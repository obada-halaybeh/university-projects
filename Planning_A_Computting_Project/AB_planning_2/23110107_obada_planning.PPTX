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Sheet1!$A$2:$A$7</c:f>
              <c:strCache>
                <c:ptCount val="6"/>
                <c:pt idx="0">
                  <c:v>Project Managemen</c:v>
                </c:pt>
                <c:pt idx="1">
                  <c:v>Software</c:v>
                </c:pt>
                <c:pt idx="2">
                  <c:v>Hardware</c:v>
                </c:pt>
                <c:pt idx="3">
                  <c:v>Environmental Project </c:v>
                </c:pt>
                <c:pt idx="4">
                  <c:v>Training</c:v>
                </c:pt>
                <c:pt idx="5">
                  <c:v>Reserves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0.3</c:v>
                </c:pt>
                <c:pt idx="1">
                  <c:v>0.17</c:v>
                </c:pt>
                <c:pt idx="2">
                  <c:v>0.13</c:v>
                </c:pt>
                <c:pt idx="3">
                  <c:v>0.13</c:v>
                </c:pt>
                <c:pt idx="4">
                  <c:v>0.09</c:v>
                </c:pt>
                <c:pt idx="5">
                  <c:v>0.17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28-4CB1-A570-DE23EEFF07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1EB677-B2CD-44F8-8896-27977E545121}" type="doc">
      <dgm:prSet loTypeId="urn:microsoft.com/office/officeart/2005/8/layout/h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94F65DA-EAE5-4D97-A472-A196F81F889D}">
      <dgm:prSet phldrT="[Text]" phldr="0"/>
      <dgm:spPr/>
      <dgm:t>
        <a:bodyPr/>
        <a:lstStyle/>
        <a:p>
          <a:r>
            <a:rPr lang="en-US" dirty="0"/>
            <a:t>Awareness</a:t>
          </a:r>
        </a:p>
      </dgm:t>
    </dgm:pt>
    <dgm:pt modelId="{0149EA2E-A104-4734-97BD-6385A23C3659}" type="parTrans" cxnId="{A1C42935-8D85-41BA-B57E-1DA1555B4511}">
      <dgm:prSet/>
      <dgm:spPr/>
      <dgm:t>
        <a:bodyPr/>
        <a:lstStyle/>
        <a:p>
          <a:endParaRPr lang="en-US"/>
        </a:p>
      </dgm:t>
    </dgm:pt>
    <dgm:pt modelId="{68A37DA7-0806-4F9D-AAF9-1552E546406A}" type="sibTrans" cxnId="{A1C42935-8D85-41BA-B57E-1DA1555B4511}">
      <dgm:prSet/>
      <dgm:spPr/>
      <dgm:t>
        <a:bodyPr/>
        <a:lstStyle/>
        <a:p>
          <a:endParaRPr lang="en-US"/>
        </a:p>
      </dgm:t>
    </dgm:pt>
    <dgm:pt modelId="{8E5F906E-F14A-4D4D-AF08-CA580E1832D9}">
      <dgm:prSet phldrT="[Text]"/>
      <dgm:spPr/>
      <dgm:t>
        <a:bodyPr/>
        <a:lstStyle/>
        <a:p>
          <a:r>
            <a:rPr lang="en-US" dirty="0"/>
            <a:t>emails</a:t>
          </a:r>
        </a:p>
      </dgm:t>
    </dgm:pt>
    <dgm:pt modelId="{447BDDED-D03D-4649-9300-F01D858AA1E8}" type="parTrans" cxnId="{F5AF54E6-078F-4F2A-B4FD-BED780424243}">
      <dgm:prSet/>
      <dgm:spPr/>
      <dgm:t>
        <a:bodyPr/>
        <a:lstStyle/>
        <a:p>
          <a:endParaRPr lang="en-US"/>
        </a:p>
      </dgm:t>
    </dgm:pt>
    <dgm:pt modelId="{02211590-AD84-4640-B257-2E98F77153E0}" type="sibTrans" cxnId="{F5AF54E6-078F-4F2A-B4FD-BED780424243}">
      <dgm:prSet/>
      <dgm:spPr/>
      <dgm:t>
        <a:bodyPr/>
        <a:lstStyle/>
        <a:p>
          <a:endParaRPr lang="en-US"/>
        </a:p>
      </dgm:t>
    </dgm:pt>
    <dgm:pt modelId="{F2A71D7E-CEBE-4B29-831C-D65AC07B340A}">
      <dgm:prSet phldrT="[Text]"/>
      <dgm:spPr/>
      <dgm:t>
        <a:bodyPr/>
        <a:lstStyle/>
        <a:p>
          <a:r>
            <a:rPr lang="en-US" dirty="0"/>
            <a:t>Posters</a:t>
          </a:r>
        </a:p>
      </dgm:t>
    </dgm:pt>
    <dgm:pt modelId="{8C6EF028-94BF-4E02-9A9B-C2F110139056}" type="parTrans" cxnId="{6CF1F154-6DE1-491E-8E6C-56F3CEC94798}">
      <dgm:prSet/>
      <dgm:spPr/>
      <dgm:t>
        <a:bodyPr/>
        <a:lstStyle/>
        <a:p>
          <a:endParaRPr lang="en-US"/>
        </a:p>
      </dgm:t>
    </dgm:pt>
    <dgm:pt modelId="{2B869395-1487-4EB2-B27E-CE3DEE47ACF1}" type="sibTrans" cxnId="{6CF1F154-6DE1-491E-8E6C-56F3CEC94798}">
      <dgm:prSet/>
      <dgm:spPr/>
      <dgm:t>
        <a:bodyPr/>
        <a:lstStyle/>
        <a:p>
          <a:endParaRPr lang="en-US"/>
        </a:p>
      </dgm:t>
    </dgm:pt>
    <dgm:pt modelId="{C5B03F08-1F31-458F-8D4C-398E36DAAA91}">
      <dgm:prSet phldrT="[Text]"/>
      <dgm:spPr/>
      <dgm:t>
        <a:bodyPr/>
        <a:lstStyle/>
        <a:p>
          <a:r>
            <a:rPr lang="en-US" dirty="0"/>
            <a:t>Readiness</a:t>
          </a:r>
        </a:p>
      </dgm:t>
    </dgm:pt>
    <dgm:pt modelId="{62E0AA8D-B75D-4091-9B8F-C6B817A91466}" type="parTrans" cxnId="{2FB856CC-8498-4CE7-9485-7BD16BDB6C74}">
      <dgm:prSet/>
      <dgm:spPr/>
      <dgm:t>
        <a:bodyPr/>
        <a:lstStyle/>
        <a:p>
          <a:endParaRPr lang="en-US"/>
        </a:p>
      </dgm:t>
    </dgm:pt>
    <dgm:pt modelId="{43AC3AA0-2DD8-4379-AB5E-8EE47DA0375F}" type="sibTrans" cxnId="{2FB856CC-8498-4CE7-9485-7BD16BDB6C74}">
      <dgm:prSet/>
      <dgm:spPr/>
      <dgm:t>
        <a:bodyPr/>
        <a:lstStyle/>
        <a:p>
          <a:endParaRPr lang="en-US"/>
        </a:p>
      </dgm:t>
    </dgm:pt>
    <dgm:pt modelId="{E4B761BF-5CC9-47C6-B222-8F7B24E6F870}">
      <dgm:prSet phldrT="[Text]"/>
      <dgm:spPr/>
      <dgm:t>
        <a:bodyPr/>
        <a:lstStyle/>
        <a:p>
          <a:r>
            <a:rPr lang="en-US" dirty="0"/>
            <a:t>training</a:t>
          </a:r>
        </a:p>
      </dgm:t>
    </dgm:pt>
    <dgm:pt modelId="{F3B6F7AA-D588-4A70-980F-4ED7B3C1DF12}" type="parTrans" cxnId="{5D9B72BA-06E2-4790-B508-558ED131E4EF}">
      <dgm:prSet/>
      <dgm:spPr/>
      <dgm:t>
        <a:bodyPr/>
        <a:lstStyle/>
        <a:p>
          <a:endParaRPr lang="en-US"/>
        </a:p>
      </dgm:t>
    </dgm:pt>
    <dgm:pt modelId="{8CE8D354-2B96-4B84-9C95-8921E79EF5E1}" type="sibTrans" cxnId="{5D9B72BA-06E2-4790-B508-558ED131E4EF}">
      <dgm:prSet/>
      <dgm:spPr/>
      <dgm:t>
        <a:bodyPr/>
        <a:lstStyle/>
        <a:p>
          <a:endParaRPr lang="en-US"/>
        </a:p>
      </dgm:t>
    </dgm:pt>
    <dgm:pt modelId="{589FD41D-25B8-4414-ABFD-6052587A1C7F}">
      <dgm:prSet phldrT="[Text]"/>
      <dgm:spPr/>
      <dgm:t>
        <a:bodyPr/>
        <a:lstStyle/>
        <a:p>
          <a:r>
            <a:rPr lang="en-US" dirty="0"/>
            <a:t>pilot system</a:t>
          </a:r>
        </a:p>
      </dgm:t>
    </dgm:pt>
    <dgm:pt modelId="{A05D5276-BEA5-4F83-97BA-AF47CF0028B8}" type="parTrans" cxnId="{97066C4F-2633-4EB0-B6C7-D3004C848145}">
      <dgm:prSet/>
      <dgm:spPr/>
      <dgm:t>
        <a:bodyPr/>
        <a:lstStyle/>
        <a:p>
          <a:endParaRPr lang="en-US"/>
        </a:p>
      </dgm:t>
    </dgm:pt>
    <dgm:pt modelId="{A9954602-6EE4-4695-B982-EBF23E28B373}" type="sibTrans" cxnId="{97066C4F-2633-4EB0-B6C7-D3004C848145}">
      <dgm:prSet/>
      <dgm:spPr/>
      <dgm:t>
        <a:bodyPr/>
        <a:lstStyle/>
        <a:p>
          <a:endParaRPr lang="en-US"/>
        </a:p>
      </dgm:t>
    </dgm:pt>
    <dgm:pt modelId="{F8272B70-6DF5-44AC-9AC6-7FB0FC462368}">
      <dgm:prSet phldrT="[Text]"/>
      <dgm:spPr/>
      <dgm:t>
        <a:bodyPr/>
        <a:lstStyle/>
        <a:p>
          <a:r>
            <a:rPr lang="en-US" dirty="0"/>
            <a:t>Resilience</a:t>
          </a:r>
        </a:p>
      </dgm:t>
    </dgm:pt>
    <dgm:pt modelId="{03078F2F-5870-4874-9E01-2AE85CE65649}" type="parTrans" cxnId="{3BC3A7F0-69F0-4FD8-A16C-5FBA5ACEE610}">
      <dgm:prSet/>
      <dgm:spPr/>
      <dgm:t>
        <a:bodyPr/>
        <a:lstStyle/>
        <a:p>
          <a:endParaRPr lang="en-US"/>
        </a:p>
      </dgm:t>
    </dgm:pt>
    <dgm:pt modelId="{2874881B-D0E8-4800-9981-A71D0F3A1448}" type="sibTrans" cxnId="{3BC3A7F0-69F0-4FD8-A16C-5FBA5ACEE610}">
      <dgm:prSet/>
      <dgm:spPr/>
      <dgm:t>
        <a:bodyPr/>
        <a:lstStyle/>
        <a:p>
          <a:endParaRPr lang="en-US"/>
        </a:p>
      </dgm:t>
    </dgm:pt>
    <dgm:pt modelId="{4D69E584-1361-475C-B58F-F29313817FF6}">
      <dgm:prSet phldrT="[Text]"/>
      <dgm:spPr/>
      <dgm:t>
        <a:bodyPr/>
        <a:lstStyle/>
        <a:p>
          <a:r>
            <a:rPr lang="en-US" dirty="0"/>
            <a:t>help desk</a:t>
          </a:r>
        </a:p>
      </dgm:t>
    </dgm:pt>
    <dgm:pt modelId="{A7FE3951-D916-49E2-BE25-8F23E56FA364}" type="parTrans" cxnId="{785143BF-22C8-4AC1-B2DF-B6F969255B5B}">
      <dgm:prSet/>
      <dgm:spPr/>
      <dgm:t>
        <a:bodyPr/>
        <a:lstStyle/>
        <a:p>
          <a:endParaRPr lang="en-US"/>
        </a:p>
      </dgm:t>
    </dgm:pt>
    <dgm:pt modelId="{4F0F44EE-1C30-40D1-987F-EBCAD7FB3EBA}" type="sibTrans" cxnId="{785143BF-22C8-4AC1-B2DF-B6F969255B5B}">
      <dgm:prSet/>
      <dgm:spPr/>
      <dgm:t>
        <a:bodyPr/>
        <a:lstStyle/>
        <a:p>
          <a:endParaRPr lang="en-US"/>
        </a:p>
      </dgm:t>
    </dgm:pt>
    <dgm:pt modelId="{15743FFB-854B-478F-A8D2-41236D63B335}">
      <dgm:prSet phldrT="[Text]"/>
      <dgm:spPr/>
      <dgm:t>
        <a:bodyPr/>
        <a:lstStyle/>
        <a:p>
          <a:r>
            <a:rPr lang="en-US" dirty="0"/>
            <a:t>feedback forms</a:t>
          </a:r>
        </a:p>
      </dgm:t>
    </dgm:pt>
    <dgm:pt modelId="{01ECAA1A-3633-4368-AD60-4032CE1DFE6A}" type="parTrans" cxnId="{83E6C1CE-C3D2-425E-8378-F00F81791CC9}">
      <dgm:prSet/>
      <dgm:spPr/>
      <dgm:t>
        <a:bodyPr/>
        <a:lstStyle/>
        <a:p>
          <a:endParaRPr lang="en-US"/>
        </a:p>
      </dgm:t>
    </dgm:pt>
    <dgm:pt modelId="{7621F1E0-455A-4C6F-B5DB-5DC9D977ABB0}" type="sibTrans" cxnId="{83E6C1CE-C3D2-425E-8378-F00F81791CC9}">
      <dgm:prSet/>
      <dgm:spPr/>
      <dgm:t>
        <a:bodyPr/>
        <a:lstStyle/>
        <a:p>
          <a:endParaRPr lang="en-US"/>
        </a:p>
      </dgm:t>
    </dgm:pt>
    <dgm:pt modelId="{8B2BD5A9-57A3-426A-AC64-CBAAD847F23E}">
      <dgm:prSet phldrT="[Text]"/>
      <dgm:spPr/>
      <dgm:t>
        <a:bodyPr/>
        <a:lstStyle/>
        <a:p>
          <a:r>
            <a:rPr lang="en-US" dirty="0"/>
            <a:t>workshops</a:t>
          </a:r>
        </a:p>
      </dgm:t>
    </dgm:pt>
    <dgm:pt modelId="{7245FC2E-83F7-442E-9273-8248AC692635}" type="parTrans" cxnId="{C3BA90E1-5401-4DE1-BC44-250DACD1BCF0}">
      <dgm:prSet/>
      <dgm:spPr/>
      <dgm:t>
        <a:bodyPr/>
        <a:lstStyle/>
        <a:p>
          <a:endParaRPr lang="en-US"/>
        </a:p>
      </dgm:t>
    </dgm:pt>
    <dgm:pt modelId="{0CE9245B-E94E-43E4-87AC-9927A5F2200C}" type="sibTrans" cxnId="{C3BA90E1-5401-4DE1-BC44-250DACD1BCF0}">
      <dgm:prSet/>
      <dgm:spPr/>
      <dgm:t>
        <a:bodyPr/>
        <a:lstStyle/>
        <a:p>
          <a:endParaRPr lang="en-US"/>
        </a:p>
      </dgm:t>
    </dgm:pt>
    <dgm:pt modelId="{994EF43D-CCDA-4C79-B257-80638E6161AF}">
      <dgm:prSet phldrT="[Text]"/>
      <dgm:spPr/>
      <dgm:t>
        <a:bodyPr/>
        <a:lstStyle/>
        <a:p>
          <a:r>
            <a:rPr lang="en-US" dirty="0"/>
            <a:t>user guides</a:t>
          </a:r>
        </a:p>
      </dgm:t>
    </dgm:pt>
    <dgm:pt modelId="{70E672C7-51F8-432F-B028-15BF80839BA4}" type="parTrans" cxnId="{267C20A6-3C17-4781-B56F-CEB38106C52F}">
      <dgm:prSet/>
      <dgm:spPr/>
      <dgm:t>
        <a:bodyPr/>
        <a:lstStyle/>
        <a:p>
          <a:endParaRPr lang="en-US"/>
        </a:p>
      </dgm:t>
    </dgm:pt>
    <dgm:pt modelId="{21503C03-57FB-449F-BDE1-BEF321064A00}" type="sibTrans" cxnId="{267C20A6-3C17-4781-B56F-CEB38106C52F}">
      <dgm:prSet/>
      <dgm:spPr/>
      <dgm:t>
        <a:bodyPr/>
        <a:lstStyle/>
        <a:p>
          <a:endParaRPr lang="en-US"/>
        </a:p>
      </dgm:t>
    </dgm:pt>
    <dgm:pt modelId="{BCDA6369-D8EE-4A81-98FD-4CD5373A05F4}">
      <dgm:prSet phldrT="[Text]"/>
      <dgm:spPr/>
      <dgm:t>
        <a:bodyPr/>
        <a:lstStyle/>
        <a:p>
          <a:r>
            <a:rPr lang="en-US" dirty="0"/>
            <a:t>ongoing support</a:t>
          </a:r>
        </a:p>
      </dgm:t>
    </dgm:pt>
    <dgm:pt modelId="{E5C85F59-7C6E-44DB-A0D0-89B39C636D39}" type="parTrans" cxnId="{02C1FEBD-A872-4432-B9DD-4AF98DE8EC18}">
      <dgm:prSet/>
      <dgm:spPr/>
      <dgm:t>
        <a:bodyPr/>
        <a:lstStyle/>
        <a:p>
          <a:endParaRPr lang="en-US"/>
        </a:p>
      </dgm:t>
    </dgm:pt>
    <dgm:pt modelId="{7B2E9FF7-94BC-4B09-A050-184F899192C6}" type="sibTrans" cxnId="{02C1FEBD-A872-4432-B9DD-4AF98DE8EC18}">
      <dgm:prSet/>
      <dgm:spPr/>
      <dgm:t>
        <a:bodyPr/>
        <a:lstStyle/>
        <a:p>
          <a:endParaRPr lang="en-US"/>
        </a:p>
      </dgm:t>
    </dgm:pt>
    <dgm:pt modelId="{1E7C6B11-0D6F-495B-9DF7-B9C676A273E1}" type="pres">
      <dgm:prSet presAssocID="{0C1EB677-B2CD-44F8-8896-27977E545121}" presName="linearFlow" presStyleCnt="0">
        <dgm:presLayoutVars>
          <dgm:dir/>
          <dgm:animLvl val="lvl"/>
          <dgm:resizeHandles/>
        </dgm:presLayoutVars>
      </dgm:prSet>
      <dgm:spPr/>
    </dgm:pt>
    <dgm:pt modelId="{23796CF4-2F31-4F4E-9E06-CF4999306A3D}" type="pres">
      <dgm:prSet presAssocID="{A94F65DA-EAE5-4D97-A472-A196F81F889D}" presName="compositeNode" presStyleCnt="0">
        <dgm:presLayoutVars>
          <dgm:bulletEnabled val="1"/>
        </dgm:presLayoutVars>
      </dgm:prSet>
      <dgm:spPr/>
    </dgm:pt>
    <dgm:pt modelId="{EF803DC5-E5CE-4089-881F-AF1C1F447BB5}" type="pres">
      <dgm:prSet presAssocID="{A94F65DA-EAE5-4D97-A472-A196F81F889D}" presName="image" presStyleLbl="fgImgPlace1" presStyleIdx="0" presStyleCnt="3"/>
      <dgm:spPr>
        <a:blipFill rotWithShape="1">
          <a:blip xmlns:r="http://schemas.openxmlformats.org/officeDocument/2006/relationships" r:embed="rId1"/>
          <a:srcRect/>
          <a:stretch>
            <a:fillRect l="-62000" r="-62000"/>
          </a:stretch>
        </a:blipFill>
      </dgm:spPr>
    </dgm:pt>
    <dgm:pt modelId="{939F278F-1AC0-4C8E-811E-73A677462F9E}" type="pres">
      <dgm:prSet presAssocID="{A94F65DA-EAE5-4D97-A472-A196F81F889D}" presName="childNode" presStyleLbl="node1" presStyleIdx="0" presStyleCnt="3">
        <dgm:presLayoutVars>
          <dgm:bulletEnabled val="1"/>
        </dgm:presLayoutVars>
      </dgm:prSet>
      <dgm:spPr/>
    </dgm:pt>
    <dgm:pt modelId="{545B7D27-0CAC-49BA-B622-90E20A165863}" type="pres">
      <dgm:prSet presAssocID="{A94F65DA-EAE5-4D97-A472-A196F81F889D}" presName="parentNode" presStyleLbl="revTx" presStyleIdx="0" presStyleCnt="3">
        <dgm:presLayoutVars>
          <dgm:chMax val="0"/>
          <dgm:bulletEnabled val="1"/>
        </dgm:presLayoutVars>
      </dgm:prSet>
      <dgm:spPr/>
    </dgm:pt>
    <dgm:pt modelId="{A8804B8A-20BA-4155-8C66-8C9C67B2F399}" type="pres">
      <dgm:prSet presAssocID="{68A37DA7-0806-4F9D-AAF9-1552E546406A}" presName="sibTrans" presStyleCnt="0"/>
      <dgm:spPr/>
    </dgm:pt>
    <dgm:pt modelId="{90619B90-FC85-4AA6-8E2C-3EE21A7BF1F6}" type="pres">
      <dgm:prSet presAssocID="{C5B03F08-1F31-458F-8D4C-398E36DAAA91}" presName="compositeNode" presStyleCnt="0">
        <dgm:presLayoutVars>
          <dgm:bulletEnabled val="1"/>
        </dgm:presLayoutVars>
      </dgm:prSet>
      <dgm:spPr/>
    </dgm:pt>
    <dgm:pt modelId="{6FA3D7B1-1300-4B4A-9B95-B29F5BDAA7AC}" type="pres">
      <dgm:prSet presAssocID="{C5B03F08-1F31-458F-8D4C-398E36DAAA91}" presName="image" presStyleLbl="fgImgPlace1" presStyleIdx="1" presStyleCnt="3"/>
      <dgm:spPr>
        <a:blipFill rotWithShape="1">
          <a:blip xmlns:r="http://schemas.openxmlformats.org/officeDocument/2006/relationships" r:embed="rId2"/>
          <a:srcRect/>
          <a:stretch>
            <a:fillRect l="-42000" r="-42000"/>
          </a:stretch>
        </a:blipFill>
      </dgm:spPr>
    </dgm:pt>
    <dgm:pt modelId="{FC493A82-ACE5-467A-83BE-DFEF95FC0921}" type="pres">
      <dgm:prSet presAssocID="{C5B03F08-1F31-458F-8D4C-398E36DAAA91}" presName="childNode" presStyleLbl="node1" presStyleIdx="1" presStyleCnt="3" custLinFactNeighborX="-926" custLinFactNeighborY="-419">
        <dgm:presLayoutVars>
          <dgm:bulletEnabled val="1"/>
        </dgm:presLayoutVars>
      </dgm:prSet>
      <dgm:spPr/>
    </dgm:pt>
    <dgm:pt modelId="{2C7CE177-2D40-4FBE-8BD9-621F912B0E03}" type="pres">
      <dgm:prSet presAssocID="{C5B03F08-1F31-458F-8D4C-398E36DAAA91}" presName="parentNode" presStyleLbl="revTx" presStyleIdx="1" presStyleCnt="3">
        <dgm:presLayoutVars>
          <dgm:chMax val="0"/>
          <dgm:bulletEnabled val="1"/>
        </dgm:presLayoutVars>
      </dgm:prSet>
      <dgm:spPr/>
    </dgm:pt>
    <dgm:pt modelId="{D119AAFB-F30C-4461-A0D8-0BB2390E07B0}" type="pres">
      <dgm:prSet presAssocID="{43AC3AA0-2DD8-4379-AB5E-8EE47DA0375F}" presName="sibTrans" presStyleCnt="0"/>
      <dgm:spPr/>
    </dgm:pt>
    <dgm:pt modelId="{930015CD-6F46-4D28-A7A4-20900A89AF30}" type="pres">
      <dgm:prSet presAssocID="{F8272B70-6DF5-44AC-9AC6-7FB0FC462368}" presName="compositeNode" presStyleCnt="0">
        <dgm:presLayoutVars>
          <dgm:bulletEnabled val="1"/>
        </dgm:presLayoutVars>
      </dgm:prSet>
      <dgm:spPr/>
    </dgm:pt>
    <dgm:pt modelId="{2AE8A126-FB7C-4C56-97D8-201C784FFB02}" type="pres">
      <dgm:prSet presAssocID="{F8272B70-6DF5-44AC-9AC6-7FB0FC462368}" presName="image" presStyleLbl="fgImgPlace1" presStyleIdx="2" presStyleCnt="3"/>
      <dgm:spPr>
        <a:blipFill rotWithShape="1">
          <a:blip xmlns:r="http://schemas.openxmlformats.org/officeDocument/2006/relationships" r:embed="rId3"/>
          <a:srcRect/>
          <a:stretch>
            <a:fillRect l="-39000" r="-39000"/>
          </a:stretch>
        </a:blipFill>
      </dgm:spPr>
    </dgm:pt>
    <dgm:pt modelId="{8FE2848B-2223-43E8-97E8-6BBEE55ECB96}" type="pres">
      <dgm:prSet presAssocID="{F8272B70-6DF5-44AC-9AC6-7FB0FC462368}" presName="childNode" presStyleLbl="node1" presStyleIdx="2" presStyleCnt="3">
        <dgm:presLayoutVars>
          <dgm:bulletEnabled val="1"/>
        </dgm:presLayoutVars>
      </dgm:prSet>
      <dgm:spPr/>
    </dgm:pt>
    <dgm:pt modelId="{4A05CEA3-0CA1-493F-882A-2A18B9A0F43C}" type="pres">
      <dgm:prSet presAssocID="{F8272B70-6DF5-44AC-9AC6-7FB0FC462368}" presName="parentNode" presStyleLbl="revTx" presStyleIdx="2" presStyleCnt="3">
        <dgm:presLayoutVars>
          <dgm:chMax val="0"/>
          <dgm:bulletEnabled val="1"/>
        </dgm:presLayoutVars>
      </dgm:prSet>
      <dgm:spPr/>
    </dgm:pt>
  </dgm:ptLst>
  <dgm:cxnLst>
    <dgm:cxn modelId="{30EEE217-6A10-4EDE-ABBA-DEA050E6E98B}" type="presOf" srcId="{F2A71D7E-CEBE-4B29-831C-D65AC07B340A}" destId="{939F278F-1AC0-4C8E-811E-73A677462F9E}" srcOrd="0" destOrd="1" presId="urn:microsoft.com/office/officeart/2005/8/layout/hList2"/>
    <dgm:cxn modelId="{010CF521-9CFB-4DBA-A419-1416136B0F88}" type="presOf" srcId="{15743FFB-854B-478F-A8D2-41236D63B335}" destId="{8FE2848B-2223-43E8-97E8-6BBEE55ECB96}" srcOrd="0" destOrd="1" presId="urn:microsoft.com/office/officeart/2005/8/layout/hList2"/>
    <dgm:cxn modelId="{1CB9BD2D-DEE4-45B4-855D-0029F88B8A2F}" type="presOf" srcId="{C5B03F08-1F31-458F-8D4C-398E36DAAA91}" destId="{2C7CE177-2D40-4FBE-8BD9-621F912B0E03}" srcOrd="0" destOrd="0" presId="urn:microsoft.com/office/officeart/2005/8/layout/hList2"/>
    <dgm:cxn modelId="{E7273D34-78A3-4BF6-8176-1744DFED7722}" type="presOf" srcId="{E4B761BF-5CC9-47C6-B222-8F7B24E6F870}" destId="{FC493A82-ACE5-467A-83BE-DFEF95FC0921}" srcOrd="0" destOrd="0" presId="urn:microsoft.com/office/officeart/2005/8/layout/hList2"/>
    <dgm:cxn modelId="{A1C42935-8D85-41BA-B57E-1DA1555B4511}" srcId="{0C1EB677-B2CD-44F8-8896-27977E545121}" destId="{A94F65DA-EAE5-4D97-A472-A196F81F889D}" srcOrd="0" destOrd="0" parTransId="{0149EA2E-A104-4734-97BD-6385A23C3659}" sibTransId="{68A37DA7-0806-4F9D-AAF9-1552E546406A}"/>
    <dgm:cxn modelId="{9706883D-AD83-47D1-8D17-E43D8F830520}" type="presOf" srcId="{8B2BD5A9-57A3-426A-AC64-CBAAD847F23E}" destId="{939F278F-1AC0-4C8E-811E-73A677462F9E}" srcOrd="0" destOrd="2" presId="urn:microsoft.com/office/officeart/2005/8/layout/hList2"/>
    <dgm:cxn modelId="{866C5D62-F245-4769-8156-3D16941F4190}" type="presOf" srcId="{F8272B70-6DF5-44AC-9AC6-7FB0FC462368}" destId="{4A05CEA3-0CA1-493F-882A-2A18B9A0F43C}" srcOrd="0" destOrd="0" presId="urn:microsoft.com/office/officeart/2005/8/layout/hList2"/>
    <dgm:cxn modelId="{31EA6945-E383-46BB-A914-084076BEC569}" type="presOf" srcId="{4D69E584-1361-475C-B58F-F29313817FF6}" destId="{8FE2848B-2223-43E8-97E8-6BBEE55ECB96}" srcOrd="0" destOrd="0" presId="urn:microsoft.com/office/officeart/2005/8/layout/hList2"/>
    <dgm:cxn modelId="{6D6F5E6B-547C-4B0A-9B66-3F0261316185}" type="presOf" srcId="{A94F65DA-EAE5-4D97-A472-A196F81F889D}" destId="{545B7D27-0CAC-49BA-B622-90E20A165863}" srcOrd="0" destOrd="0" presId="urn:microsoft.com/office/officeart/2005/8/layout/hList2"/>
    <dgm:cxn modelId="{97066C4F-2633-4EB0-B6C7-D3004C848145}" srcId="{C5B03F08-1F31-458F-8D4C-398E36DAAA91}" destId="{589FD41D-25B8-4414-ABFD-6052587A1C7F}" srcOrd="1" destOrd="0" parTransId="{A05D5276-BEA5-4F83-97BA-AF47CF0028B8}" sibTransId="{A9954602-6EE4-4695-B982-EBF23E28B373}"/>
    <dgm:cxn modelId="{6CF1F154-6DE1-491E-8E6C-56F3CEC94798}" srcId="{A94F65DA-EAE5-4D97-A472-A196F81F889D}" destId="{F2A71D7E-CEBE-4B29-831C-D65AC07B340A}" srcOrd="1" destOrd="0" parTransId="{8C6EF028-94BF-4E02-9A9B-C2F110139056}" sibTransId="{2B869395-1487-4EB2-B27E-CE3DEE47ACF1}"/>
    <dgm:cxn modelId="{AB077182-6F16-418D-A2C5-1376556BD43C}" type="presOf" srcId="{589FD41D-25B8-4414-ABFD-6052587A1C7F}" destId="{FC493A82-ACE5-467A-83BE-DFEF95FC0921}" srcOrd="0" destOrd="1" presId="urn:microsoft.com/office/officeart/2005/8/layout/hList2"/>
    <dgm:cxn modelId="{267C20A6-3C17-4781-B56F-CEB38106C52F}" srcId="{C5B03F08-1F31-458F-8D4C-398E36DAAA91}" destId="{994EF43D-CCDA-4C79-B257-80638E6161AF}" srcOrd="2" destOrd="0" parTransId="{70E672C7-51F8-432F-B028-15BF80839BA4}" sibTransId="{21503C03-57FB-449F-BDE1-BEF321064A00}"/>
    <dgm:cxn modelId="{5D9B72BA-06E2-4790-B508-558ED131E4EF}" srcId="{C5B03F08-1F31-458F-8D4C-398E36DAAA91}" destId="{E4B761BF-5CC9-47C6-B222-8F7B24E6F870}" srcOrd="0" destOrd="0" parTransId="{F3B6F7AA-D588-4A70-980F-4ED7B3C1DF12}" sibTransId="{8CE8D354-2B96-4B84-9C95-8921E79EF5E1}"/>
    <dgm:cxn modelId="{02C1FEBD-A872-4432-B9DD-4AF98DE8EC18}" srcId="{F8272B70-6DF5-44AC-9AC6-7FB0FC462368}" destId="{BCDA6369-D8EE-4A81-98FD-4CD5373A05F4}" srcOrd="2" destOrd="0" parTransId="{E5C85F59-7C6E-44DB-A0D0-89B39C636D39}" sibTransId="{7B2E9FF7-94BC-4B09-A050-184F899192C6}"/>
    <dgm:cxn modelId="{785143BF-22C8-4AC1-B2DF-B6F969255B5B}" srcId="{F8272B70-6DF5-44AC-9AC6-7FB0FC462368}" destId="{4D69E584-1361-475C-B58F-F29313817FF6}" srcOrd="0" destOrd="0" parTransId="{A7FE3951-D916-49E2-BE25-8F23E56FA364}" sibTransId="{4F0F44EE-1C30-40D1-987F-EBCAD7FB3EBA}"/>
    <dgm:cxn modelId="{2FB856CC-8498-4CE7-9485-7BD16BDB6C74}" srcId="{0C1EB677-B2CD-44F8-8896-27977E545121}" destId="{C5B03F08-1F31-458F-8D4C-398E36DAAA91}" srcOrd="1" destOrd="0" parTransId="{62E0AA8D-B75D-4091-9B8F-C6B817A91466}" sibTransId="{43AC3AA0-2DD8-4379-AB5E-8EE47DA0375F}"/>
    <dgm:cxn modelId="{83E6C1CE-C3D2-425E-8378-F00F81791CC9}" srcId="{F8272B70-6DF5-44AC-9AC6-7FB0FC462368}" destId="{15743FFB-854B-478F-A8D2-41236D63B335}" srcOrd="1" destOrd="0" parTransId="{01ECAA1A-3633-4368-AD60-4032CE1DFE6A}" sibTransId="{7621F1E0-455A-4C6F-B5DB-5DC9D977ABB0}"/>
    <dgm:cxn modelId="{B371BCD2-79CF-42D1-999F-C37EFA26A90E}" type="presOf" srcId="{994EF43D-CCDA-4C79-B257-80638E6161AF}" destId="{FC493A82-ACE5-467A-83BE-DFEF95FC0921}" srcOrd="0" destOrd="2" presId="urn:microsoft.com/office/officeart/2005/8/layout/hList2"/>
    <dgm:cxn modelId="{86B22CD4-FCB4-4161-9161-3B7BE7E053B5}" type="presOf" srcId="{BCDA6369-D8EE-4A81-98FD-4CD5373A05F4}" destId="{8FE2848B-2223-43E8-97E8-6BBEE55ECB96}" srcOrd="0" destOrd="2" presId="urn:microsoft.com/office/officeart/2005/8/layout/hList2"/>
    <dgm:cxn modelId="{C86B15DA-A465-41C2-BA06-5430C8A72752}" type="presOf" srcId="{8E5F906E-F14A-4D4D-AF08-CA580E1832D9}" destId="{939F278F-1AC0-4C8E-811E-73A677462F9E}" srcOrd="0" destOrd="0" presId="urn:microsoft.com/office/officeart/2005/8/layout/hList2"/>
    <dgm:cxn modelId="{EA531DDF-28F9-488C-8481-461135F3446F}" type="presOf" srcId="{0C1EB677-B2CD-44F8-8896-27977E545121}" destId="{1E7C6B11-0D6F-495B-9DF7-B9C676A273E1}" srcOrd="0" destOrd="0" presId="urn:microsoft.com/office/officeart/2005/8/layout/hList2"/>
    <dgm:cxn modelId="{C3BA90E1-5401-4DE1-BC44-250DACD1BCF0}" srcId="{A94F65DA-EAE5-4D97-A472-A196F81F889D}" destId="{8B2BD5A9-57A3-426A-AC64-CBAAD847F23E}" srcOrd="2" destOrd="0" parTransId="{7245FC2E-83F7-442E-9273-8248AC692635}" sibTransId="{0CE9245B-E94E-43E4-87AC-9927A5F2200C}"/>
    <dgm:cxn modelId="{F5AF54E6-078F-4F2A-B4FD-BED780424243}" srcId="{A94F65DA-EAE5-4D97-A472-A196F81F889D}" destId="{8E5F906E-F14A-4D4D-AF08-CA580E1832D9}" srcOrd="0" destOrd="0" parTransId="{447BDDED-D03D-4649-9300-F01D858AA1E8}" sibTransId="{02211590-AD84-4640-B257-2E98F77153E0}"/>
    <dgm:cxn modelId="{3BC3A7F0-69F0-4FD8-A16C-5FBA5ACEE610}" srcId="{0C1EB677-B2CD-44F8-8896-27977E545121}" destId="{F8272B70-6DF5-44AC-9AC6-7FB0FC462368}" srcOrd="2" destOrd="0" parTransId="{03078F2F-5870-4874-9E01-2AE85CE65649}" sibTransId="{2874881B-D0E8-4800-9981-A71D0F3A1448}"/>
    <dgm:cxn modelId="{5B61A854-EACA-4583-9BED-95763CEA3F94}" type="presParOf" srcId="{1E7C6B11-0D6F-495B-9DF7-B9C676A273E1}" destId="{23796CF4-2F31-4F4E-9E06-CF4999306A3D}" srcOrd="0" destOrd="0" presId="urn:microsoft.com/office/officeart/2005/8/layout/hList2"/>
    <dgm:cxn modelId="{F88E5471-9E54-437E-9449-5D46DD94C9E2}" type="presParOf" srcId="{23796CF4-2F31-4F4E-9E06-CF4999306A3D}" destId="{EF803DC5-E5CE-4089-881F-AF1C1F447BB5}" srcOrd="0" destOrd="0" presId="urn:microsoft.com/office/officeart/2005/8/layout/hList2"/>
    <dgm:cxn modelId="{CAB6D182-4ADF-4B10-B9C5-2526BDEA6EBB}" type="presParOf" srcId="{23796CF4-2F31-4F4E-9E06-CF4999306A3D}" destId="{939F278F-1AC0-4C8E-811E-73A677462F9E}" srcOrd="1" destOrd="0" presId="urn:microsoft.com/office/officeart/2005/8/layout/hList2"/>
    <dgm:cxn modelId="{69EC2F92-A3CA-4008-B987-DFEE0288880D}" type="presParOf" srcId="{23796CF4-2F31-4F4E-9E06-CF4999306A3D}" destId="{545B7D27-0CAC-49BA-B622-90E20A165863}" srcOrd="2" destOrd="0" presId="urn:microsoft.com/office/officeart/2005/8/layout/hList2"/>
    <dgm:cxn modelId="{DFCE95F8-4C5D-4AA9-A080-DF19E92A69F2}" type="presParOf" srcId="{1E7C6B11-0D6F-495B-9DF7-B9C676A273E1}" destId="{A8804B8A-20BA-4155-8C66-8C9C67B2F399}" srcOrd="1" destOrd="0" presId="urn:microsoft.com/office/officeart/2005/8/layout/hList2"/>
    <dgm:cxn modelId="{526C2F47-2363-438A-AA85-8014588380EF}" type="presParOf" srcId="{1E7C6B11-0D6F-495B-9DF7-B9C676A273E1}" destId="{90619B90-FC85-4AA6-8E2C-3EE21A7BF1F6}" srcOrd="2" destOrd="0" presId="urn:microsoft.com/office/officeart/2005/8/layout/hList2"/>
    <dgm:cxn modelId="{B699A0D2-B2FF-446F-B325-587DA7150D03}" type="presParOf" srcId="{90619B90-FC85-4AA6-8E2C-3EE21A7BF1F6}" destId="{6FA3D7B1-1300-4B4A-9B95-B29F5BDAA7AC}" srcOrd="0" destOrd="0" presId="urn:microsoft.com/office/officeart/2005/8/layout/hList2"/>
    <dgm:cxn modelId="{4A9B389B-0BE4-4E6E-8FBD-14A2BF54E78B}" type="presParOf" srcId="{90619B90-FC85-4AA6-8E2C-3EE21A7BF1F6}" destId="{FC493A82-ACE5-467A-83BE-DFEF95FC0921}" srcOrd="1" destOrd="0" presId="urn:microsoft.com/office/officeart/2005/8/layout/hList2"/>
    <dgm:cxn modelId="{D036C0D0-FBE8-46E8-B8B3-0167B532910B}" type="presParOf" srcId="{90619B90-FC85-4AA6-8E2C-3EE21A7BF1F6}" destId="{2C7CE177-2D40-4FBE-8BD9-621F912B0E03}" srcOrd="2" destOrd="0" presId="urn:microsoft.com/office/officeart/2005/8/layout/hList2"/>
    <dgm:cxn modelId="{7AC24590-8C75-4AF9-BCB7-00309B250F85}" type="presParOf" srcId="{1E7C6B11-0D6F-495B-9DF7-B9C676A273E1}" destId="{D119AAFB-F30C-4461-A0D8-0BB2390E07B0}" srcOrd="3" destOrd="0" presId="urn:microsoft.com/office/officeart/2005/8/layout/hList2"/>
    <dgm:cxn modelId="{A579682A-B761-4336-9470-8F3142AF6336}" type="presParOf" srcId="{1E7C6B11-0D6F-495B-9DF7-B9C676A273E1}" destId="{930015CD-6F46-4D28-A7A4-20900A89AF30}" srcOrd="4" destOrd="0" presId="urn:microsoft.com/office/officeart/2005/8/layout/hList2"/>
    <dgm:cxn modelId="{42C2D54E-F016-4B46-97AC-F9E880746B79}" type="presParOf" srcId="{930015CD-6F46-4D28-A7A4-20900A89AF30}" destId="{2AE8A126-FB7C-4C56-97D8-201C784FFB02}" srcOrd="0" destOrd="0" presId="urn:microsoft.com/office/officeart/2005/8/layout/hList2"/>
    <dgm:cxn modelId="{93E20041-4233-48BB-B9DF-199C4F9C1828}" type="presParOf" srcId="{930015CD-6F46-4D28-A7A4-20900A89AF30}" destId="{8FE2848B-2223-43E8-97E8-6BBEE55ECB96}" srcOrd="1" destOrd="0" presId="urn:microsoft.com/office/officeart/2005/8/layout/hList2"/>
    <dgm:cxn modelId="{69009FDE-D41F-4E7F-A41F-7BDDD8B5B5BE}" type="presParOf" srcId="{930015CD-6F46-4D28-A7A4-20900A89AF30}" destId="{4A05CEA3-0CA1-493F-882A-2A18B9A0F43C}" srcOrd="2" destOrd="0" presId="urn:microsoft.com/office/officeart/2005/8/layout/h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5B7D27-0CAC-49BA-B622-90E20A165863}">
      <dsp:nvSpPr>
        <dsp:cNvPr id="0" name=""/>
        <dsp:cNvSpPr/>
      </dsp:nvSpPr>
      <dsp:spPr>
        <a:xfrm rot="16200000">
          <a:off x="-1255704" y="2006795"/>
          <a:ext cx="3027520" cy="412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64229" bIns="0" numCol="1" spcCol="1270" anchor="t" anchorCtr="0">
          <a:noAutofit/>
        </a:bodyPr>
        <a:lstStyle/>
        <a:p>
          <a:pPr marL="0" lvl="0" indent="0" algn="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Awareness</a:t>
          </a:r>
        </a:p>
      </dsp:txBody>
      <dsp:txXfrm>
        <a:off x="-1255704" y="2006795"/>
        <a:ext cx="3027520" cy="412984"/>
      </dsp:txXfrm>
    </dsp:sp>
    <dsp:sp modelId="{939F278F-1AC0-4C8E-811E-73A677462F9E}">
      <dsp:nvSpPr>
        <dsp:cNvPr id="0" name=""/>
        <dsp:cNvSpPr/>
      </dsp:nvSpPr>
      <dsp:spPr>
        <a:xfrm>
          <a:off x="464547" y="699527"/>
          <a:ext cx="2057099" cy="30275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364229" rIns="213360" bIns="21336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emails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Posters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workshops</a:t>
          </a:r>
        </a:p>
      </dsp:txBody>
      <dsp:txXfrm>
        <a:off x="464547" y="699527"/>
        <a:ext cx="2057099" cy="3027520"/>
      </dsp:txXfrm>
    </dsp:sp>
    <dsp:sp modelId="{EF803DC5-E5CE-4089-881F-AF1C1F447BB5}">
      <dsp:nvSpPr>
        <dsp:cNvPr id="0" name=""/>
        <dsp:cNvSpPr/>
      </dsp:nvSpPr>
      <dsp:spPr>
        <a:xfrm>
          <a:off x="51563" y="154388"/>
          <a:ext cx="825968" cy="825968"/>
        </a:xfrm>
        <a:prstGeom prst="rect">
          <a:avLst/>
        </a:prstGeom>
        <a:blipFill rotWithShape="1">
          <a:blip xmlns:r="http://schemas.openxmlformats.org/officeDocument/2006/relationships" r:embed="rId1"/>
          <a:srcRect/>
          <a:stretch>
            <a:fillRect l="-62000" r="-62000"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7CE177-2D40-4FBE-8BD9-621F912B0E03}">
      <dsp:nvSpPr>
        <dsp:cNvPr id="0" name=""/>
        <dsp:cNvSpPr/>
      </dsp:nvSpPr>
      <dsp:spPr>
        <a:xfrm rot="16200000">
          <a:off x="1755845" y="2006795"/>
          <a:ext cx="3027520" cy="412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64229" bIns="0" numCol="1" spcCol="1270" anchor="t" anchorCtr="0">
          <a:noAutofit/>
        </a:bodyPr>
        <a:lstStyle/>
        <a:p>
          <a:pPr marL="0" lvl="0" indent="0" algn="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Readiness</a:t>
          </a:r>
        </a:p>
      </dsp:txBody>
      <dsp:txXfrm>
        <a:off x="1755845" y="2006795"/>
        <a:ext cx="3027520" cy="412984"/>
      </dsp:txXfrm>
    </dsp:sp>
    <dsp:sp modelId="{FC493A82-ACE5-467A-83BE-DFEF95FC0921}">
      <dsp:nvSpPr>
        <dsp:cNvPr id="0" name=""/>
        <dsp:cNvSpPr/>
      </dsp:nvSpPr>
      <dsp:spPr>
        <a:xfrm>
          <a:off x="3457049" y="686842"/>
          <a:ext cx="2057099" cy="30275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364229" rIns="213360" bIns="21336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training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pilot system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user guides</a:t>
          </a:r>
        </a:p>
      </dsp:txBody>
      <dsp:txXfrm>
        <a:off x="3457049" y="686842"/>
        <a:ext cx="2057099" cy="3027520"/>
      </dsp:txXfrm>
    </dsp:sp>
    <dsp:sp modelId="{6FA3D7B1-1300-4B4A-9B95-B29F5BDAA7AC}">
      <dsp:nvSpPr>
        <dsp:cNvPr id="0" name=""/>
        <dsp:cNvSpPr/>
      </dsp:nvSpPr>
      <dsp:spPr>
        <a:xfrm>
          <a:off x="3063114" y="154388"/>
          <a:ext cx="825968" cy="825968"/>
        </a:xfrm>
        <a:prstGeom prst="rect">
          <a:avLst/>
        </a:prstGeom>
        <a:blipFill rotWithShape="1">
          <a:blip xmlns:r="http://schemas.openxmlformats.org/officeDocument/2006/relationships" r:embed="rId2"/>
          <a:srcRect/>
          <a:stretch>
            <a:fillRect l="-42000" r="-42000"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05CEA3-0CA1-493F-882A-2A18B9A0F43C}">
      <dsp:nvSpPr>
        <dsp:cNvPr id="0" name=""/>
        <dsp:cNvSpPr/>
      </dsp:nvSpPr>
      <dsp:spPr>
        <a:xfrm rot="16200000">
          <a:off x="4767396" y="2006795"/>
          <a:ext cx="3027520" cy="412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64229" bIns="0" numCol="1" spcCol="1270" anchor="t" anchorCtr="0">
          <a:noAutofit/>
        </a:bodyPr>
        <a:lstStyle/>
        <a:p>
          <a:pPr marL="0" lvl="0" indent="0" algn="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Resilience</a:t>
          </a:r>
        </a:p>
      </dsp:txBody>
      <dsp:txXfrm>
        <a:off x="4767396" y="2006795"/>
        <a:ext cx="3027520" cy="412984"/>
      </dsp:txXfrm>
    </dsp:sp>
    <dsp:sp modelId="{8FE2848B-2223-43E8-97E8-6BBEE55ECB96}">
      <dsp:nvSpPr>
        <dsp:cNvPr id="0" name=""/>
        <dsp:cNvSpPr/>
      </dsp:nvSpPr>
      <dsp:spPr>
        <a:xfrm>
          <a:off x="6487648" y="699527"/>
          <a:ext cx="2057099" cy="30275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364229" rIns="213360" bIns="21336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help desk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feedback forms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ongoing support</a:t>
          </a:r>
        </a:p>
      </dsp:txBody>
      <dsp:txXfrm>
        <a:off x="6487648" y="699527"/>
        <a:ext cx="2057099" cy="3027520"/>
      </dsp:txXfrm>
    </dsp:sp>
    <dsp:sp modelId="{2AE8A126-FB7C-4C56-97D8-201C784FFB02}">
      <dsp:nvSpPr>
        <dsp:cNvPr id="0" name=""/>
        <dsp:cNvSpPr/>
      </dsp:nvSpPr>
      <dsp:spPr>
        <a:xfrm>
          <a:off x="6074664" y="154388"/>
          <a:ext cx="825968" cy="825968"/>
        </a:xfrm>
        <a:prstGeom prst="rect">
          <a:avLst/>
        </a:prstGeom>
        <a:blipFill rotWithShape="1">
          <a:blip xmlns:r="http://schemas.openxmlformats.org/officeDocument/2006/relationships" r:embed="rId3"/>
          <a:srcRect/>
          <a:stretch>
            <a:fillRect l="-39000" r="-39000"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2">
  <dgm:title val=""/>
  <dgm:desc val=""/>
  <dgm:catLst>
    <dgm:cat type="list" pri="6000"/>
    <dgm:cat type="relationship" pri="16000"/>
    <dgm:cat type="picture" pri="29000"/>
    <dgm:cat type="pictureconvert" pri="2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/>
    </dgm:varLst>
    <dgm:choose name="Name0">
      <dgm:if name="Name1" func="var" arg="dir" op="equ" val="norm">
        <dgm:alg type="lin">
          <dgm:param type="linDir" val="fromL"/>
          <dgm:param type="nodeVertAlign" val="t"/>
        </dgm:alg>
      </dgm:if>
      <dgm:else name="Name2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refType="h"/>
      <dgm:constr type="w" for="ch" forName="sibTrans" refType="w" refFor="ch" refForName="compositeNode" op="equ" fact="0.2"/>
      <dgm:constr type="h" for="des" forName="childNode" op="equ"/>
      <dgm:constr type="w" for="des" forName="childNode" op="equ"/>
      <dgm:constr type="w" for="des" forName="parentNode" op="equ"/>
      <dgm:constr type="h" for="des" forName="image" op="equ"/>
      <dgm:constr type="w" for="des" forName="image" op="equ"/>
      <dgm:constr type="primFontSz" for="des" forName="parentNode" op="equ" val="65"/>
      <dgm:constr type="primFontSz" for="des" forName="childNode" op="equ" val="65"/>
    </dgm:constrLst>
    <dgm:ruleLst/>
    <dgm:forEach name="Name3" axis="ch" ptType="node">
      <dgm:layoutNode name="compositeNode">
        <dgm:varLst>
          <dgm:bulletEnabled val="1"/>
        </dgm:varLst>
        <dgm:alg type="composite"/>
        <dgm:presOf/>
        <dgm:choose name="Name4">
          <dgm:if name="Name5" func="var" arg="dir" op="equ" val="norm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l" for="ch" forName="image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l" for="ch" forName="childNode" refType="w" refFor="ch" refForName="image" fact="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l" for="ch" forName="parentNode"/>
              <dgm:constr type="r" for="ch" forName="parentNode" refType="l" refFor="ch" refForName="childNode"/>
              <dgm:constr type="rMarg" for="ch" forName="parentNode" refType="w" refFor="ch" refForName="image" fact="1.25"/>
            </dgm:constrLst>
          </dgm:if>
          <dgm:else name="Name6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r" for="ch" forName="image" refType="w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r" for="ch" forName="childNode" refType="w"/>
              <dgm:constr type="rOff" for="ch" forName="childNode" refType="w" refFor="ch" refForName="image" fact="-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r" for="ch" forName="parentNode" refType="w"/>
              <dgm:constr type="l" for="ch" forName="parentNode" refType="r" refFor="ch" refForName="childNode"/>
              <dgm:constr type="lOff" for="ch" forName="parentNode" refType="rOff" refFor="ch" refForName="childNode"/>
              <dgm:constr type="lMarg" for="ch" forName="parentNode" refType="w" refFor="ch" refForName="image" fact="1.25"/>
            </dgm:constrLst>
          </dgm:else>
        </dgm:choose>
        <dgm:ruleLst>
          <dgm:rule type="w" for="ch" forName="childNode" val="NaN" fact="0.4" max="NaN"/>
          <dgm:rule type="h" for="ch" forName="childNode" val="NaN" fact="0.5" max="NaN"/>
        </dgm:ruleLst>
        <dgm:layoutNode name="image" styleLbl="fgImgPlace1">
          <dgm:alg type="sp"/>
          <dgm:shape xmlns:r="http://schemas.openxmlformats.org/officeDocument/2006/relationships" type="rect" r:blip="" zOrderOff="4" blipPhldr="1">
            <dgm:adjLst/>
          </dgm:shape>
          <dgm:presOf/>
          <dgm:constrLst/>
          <dgm:ruleLst/>
        </dgm:layoutNode>
        <dgm:layoutNode name="childNode" styleLbl="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 zOrderOff="2">
            <dgm:adjLst/>
          </dgm:shape>
          <dgm:presOf axis="des" ptType="node"/>
          <dgm:constrLst/>
          <dgm:ruleLst>
            <dgm:rule type="primFontSz" val="5" fact="NaN" max="NaN"/>
          </dgm:ruleLst>
        </dgm:layoutNode>
        <dgm:layoutNode name="parentNode" styleLbl="revTx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>
                <dgm:adjLst/>
              </dgm:shape>
              <dgm:presOf axis="self"/>
              <dgm:constrLst>
                <dgm:constr type="lMarg"/>
                <dgm:constr type="bMarg"/>
                <dgm:constr type="tMarg"/>
              </dgm:constrLst>
            </dgm:if>
            <dgm:else name="Name9">
              <dgm:alg type="tx">
                <dgm:param type="autoTxRot" val="grav"/>
                <dgm:param type="parTxLTRAlign" val="l"/>
                <dgm:param type="parTxRTLAlign" val="l"/>
              </dgm:alg>
              <dgm:shape xmlns:r="http://schemas.openxmlformats.org/officeDocument/2006/relationships" rot="90" type="rect" r:blip="">
                <dgm:adjLst/>
              </dgm:shape>
              <dgm:presOf axis="self"/>
              <dgm:constrLst>
                <dgm:constr type="rMarg"/>
                <dgm:constr type="bMarg"/>
                <dgm:constr type="tMarg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3772-1989-4C39-AFF0-50CAFEECAB31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7C554-A7D4-4489-B73F-FCEC5EE8B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701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3772-1989-4C39-AFF0-50CAFEECAB31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7C554-A7D4-4489-B73F-FCEC5EE8B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181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3772-1989-4C39-AFF0-50CAFEECAB31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7C554-A7D4-4489-B73F-FCEC5EE8B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834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3772-1989-4C39-AFF0-50CAFEECAB31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7C554-A7D4-4489-B73F-FCEC5EE8B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587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3772-1989-4C39-AFF0-50CAFEECAB31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7C554-A7D4-4489-B73F-FCEC5EE8B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282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3772-1989-4C39-AFF0-50CAFEECAB31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7C554-A7D4-4489-B73F-FCEC5EE8B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907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3772-1989-4C39-AFF0-50CAFEECAB31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7C554-A7D4-4489-B73F-FCEC5EE8B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843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3772-1989-4C39-AFF0-50CAFEECAB31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7C554-A7D4-4489-B73F-FCEC5EE8B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3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3772-1989-4C39-AFF0-50CAFEECAB31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7C554-A7D4-4489-B73F-FCEC5EE8B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996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3772-1989-4C39-AFF0-50CAFEECAB31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7C554-A7D4-4489-B73F-FCEC5EE8B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127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3772-1989-4C39-AFF0-50CAFEECAB31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7C554-A7D4-4489-B73F-FCEC5EE8BBD2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839283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3772-1989-4C39-AFF0-50CAFEECAB31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7C554-A7D4-4489-B73F-FCEC5EE8B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0094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3772-1989-4C39-AFF0-50CAFEECAB31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7C554-A7D4-4489-B73F-FCEC5EE8BBD2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647442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3772-1989-4C39-AFF0-50CAFEECAB31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7C554-A7D4-4489-B73F-FCEC5EE8B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8920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3772-1989-4C39-AFF0-50CAFEECAB31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7C554-A7D4-4489-B73F-FCEC5EE8B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5744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13772-1989-4C39-AFF0-50CAFEECAB31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7C554-A7D4-4489-B73F-FCEC5EE8B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851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13772-1989-4C39-AFF0-50CAFEECAB31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C97C554-A7D4-4489-B73F-FCEC5EE8B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158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  <p:sldLayoutId id="2147483793" r:id="rId14"/>
    <p:sldLayoutId id="2147483794" r:id="rId15"/>
    <p:sldLayoutId id="214748379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FF590-A955-A9CC-A53A-30BFBFF563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AI-Powered Medical Imaging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E32660-3561-15E6-5342-5E86BE343E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Obada Al-</a:t>
            </a:r>
            <a:r>
              <a:rPr lang="en-US" dirty="0" err="1"/>
              <a:t>halaybeh</a:t>
            </a:r>
            <a:endParaRPr lang="en-US" dirty="0"/>
          </a:p>
          <a:p>
            <a:r>
              <a:rPr lang="en-US" dirty="0"/>
              <a:t>23110107</a:t>
            </a:r>
          </a:p>
        </p:txBody>
      </p:sp>
    </p:spTree>
    <p:extLst>
      <p:ext uri="{BB962C8B-B14F-4D97-AF65-F5344CB8AC3E}">
        <p14:creationId xmlns:p14="http://schemas.microsoft.com/office/powerpoint/2010/main" val="3119108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93972-8285-9D97-01C4-4EE47F11E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66905-2F04-69FF-ECC7-D474A597C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 hospital challenges:</a:t>
            </a:r>
          </a:p>
          <a:p>
            <a:pPr lvl="1"/>
            <a:r>
              <a:rPr lang="en-US" dirty="0"/>
              <a:t>Slow reporting times</a:t>
            </a:r>
          </a:p>
          <a:p>
            <a:pPr lvl="1"/>
            <a:r>
              <a:rPr lang="en-US" dirty="0"/>
              <a:t>Radiologist overload</a:t>
            </a:r>
          </a:p>
          <a:p>
            <a:pPr lvl="1"/>
            <a:r>
              <a:rPr lang="en-US" dirty="0"/>
              <a:t>Accuracy risks</a:t>
            </a:r>
          </a:p>
          <a:p>
            <a:r>
              <a:rPr lang="en-US" dirty="0"/>
              <a:t>AI can support doctors with faster, reliable imaging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697651-73FC-BB4A-BC18-231D46035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102" y="1517650"/>
            <a:ext cx="4005714" cy="22542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597479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E98C4-2CC5-2D57-F394-CE8EA1AD6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Aim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1C176-11B5-5CFD-C508-F1A02BC2D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Aim:</a:t>
            </a:r>
            <a:r>
              <a:rPr lang="en-US" dirty="0"/>
              <a:t> Improve diagnostic speed and accuracy using AI.</a:t>
            </a:r>
          </a:p>
          <a:p>
            <a:r>
              <a:rPr lang="en-US" b="1" dirty="0"/>
              <a:t>Objectives:</a:t>
            </a:r>
            <a:endParaRPr lang="en-US" dirty="0"/>
          </a:p>
          <a:p>
            <a:pPr lvl="1"/>
            <a:r>
              <a:rPr lang="en-US" dirty="0"/>
              <a:t>Integrate with PACS/EHR</a:t>
            </a:r>
          </a:p>
          <a:p>
            <a:pPr lvl="1"/>
            <a:r>
              <a:rPr lang="en-US" dirty="0"/>
              <a:t>Provide secure and reliable reporting</a:t>
            </a:r>
          </a:p>
          <a:p>
            <a:pPr lvl="1"/>
            <a:r>
              <a:rPr lang="en-US" dirty="0"/>
              <a:t>Train hospital staff</a:t>
            </a:r>
          </a:p>
          <a:p>
            <a:pPr lvl="1"/>
            <a:r>
              <a:rPr lang="en-US" dirty="0"/>
              <a:t>Improve patient outcomes</a:t>
            </a:r>
          </a:p>
          <a:p>
            <a:endParaRPr 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2BBE3FA-ED60-8F1C-70CE-E4C72886C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9913" y="2659525"/>
            <a:ext cx="3518873" cy="288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4189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1069B-3D2B-B386-02CF-5D61D74D4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EB0658B-96DB-6D3A-0C75-E7F2D28A3F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2183211"/>
              </p:ext>
            </p:extLst>
          </p:nvPr>
        </p:nvGraphicFramePr>
        <p:xfrm>
          <a:off x="1003300" y="2624666"/>
          <a:ext cx="81280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7998790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291258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Functional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Non-Functional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329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Automated image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High 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8990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Integration with PACS/EHR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Data security (HIPAA/GDPR)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9478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Real-time alerts and reporting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Compliance with medical standards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78913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4228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95A88-2EF4-EA7B-AF41-91DD6E9DC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Scope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5728DD5-6B27-BC6D-D682-C511D3ED8D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3312689"/>
              </p:ext>
            </p:extLst>
          </p:nvPr>
        </p:nvGraphicFramePr>
        <p:xfrm>
          <a:off x="677863" y="2160588"/>
          <a:ext cx="859631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8156">
                  <a:extLst>
                    <a:ext uri="{9D8B030D-6E8A-4147-A177-3AD203B41FA5}">
                      <a16:colId xmlns:a16="http://schemas.microsoft.com/office/drawing/2014/main" val="1478429719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18554069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 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Out of scope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027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AI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Physical equipment maintenance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075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PACS/EHR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unrelated hospital IT systems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030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9022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87104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7500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F9BB2-4019-BACD-2A27-AF6A888A9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1ED5B-07DD-3581-A42D-90694EBDF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6-month duration</a:t>
            </a:r>
          </a:p>
          <a:p>
            <a:r>
              <a:rPr lang="en-US" dirty="0"/>
              <a:t>Key Milestones:</a:t>
            </a:r>
          </a:p>
          <a:p>
            <a:pPr lvl="1"/>
            <a:r>
              <a:rPr lang="en-US" b="1" dirty="0"/>
              <a:t>1 Sept</a:t>
            </a:r>
            <a:r>
              <a:rPr lang="en-US" dirty="0"/>
              <a:t> – Project Kickoff </a:t>
            </a:r>
          </a:p>
          <a:p>
            <a:pPr lvl="1"/>
            <a:r>
              <a:rPr lang="en-US" b="1" dirty="0"/>
              <a:t>15 Sept</a:t>
            </a:r>
            <a:r>
              <a:rPr lang="en-US" dirty="0"/>
              <a:t> – Design Approval</a:t>
            </a:r>
          </a:p>
          <a:p>
            <a:pPr lvl="1"/>
            <a:r>
              <a:rPr lang="en-US" b="1" dirty="0"/>
              <a:t>21 Nov</a:t>
            </a:r>
            <a:r>
              <a:rPr lang="en-US" dirty="0"/>
              <a:t> – Module Testing</a:t>
            </a:r>
          </a:p>
          <a:p>
            <a:pPr lvl="1"/>
            <a:r>
              <a:rPr lang="en-US" b="1" dirty="0"/>
              <a:t>15 Dec</a:t>
            </a:r>
            <a:r>
              <a:rPr lang="en-US" dirty="0"/>
              <a:t> – System Integration</a:t>
            </a:r>
          </a:p>
          <a:p>
            <a:pPr lvl="1"/>
            <a:r>
              <a:rPr lang="en-US" b="1" dirty="0"/>
              <a:t>30 Jan</a:t>
            </a:r>
            <a:r>
              <a:rPr lang="en-US" dirty="0"/>
              <a:t> – Pilot Testing</a:t>
            </a:r>
          </a:p>
          <a:p>
            <a:pPr lvl="1"/>
            <a:r>
              <a:rPr lang="en-US" b="1" dirty="0"/>
              <a:t>16 Feb</a:t>
            </a:r>
            <a:r>
              <a:rPr lang="en-US" dirty="0"/>
              <a:t> – Full Deployment </a:t>
            </a:r>
          </a:p>
        </p:txBody>
      </p:sp>
    </p:spTree>
    <p:extLst>
      <p:ext uri="{BB962C8B-B14F-4D97-AF65-F5344CB8AC3E}">
        <p14:creationId xmlns:p14="http://schemas.microsoft.com/office/powerpoint/2010/main" val="3935638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4A5C5-37FD-5574-C811-2C836F2F5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BDAE0-0166-9F95-D7F4-5215B726A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Total Cost: $114,800</a:t>
            </a:r>
          </a:p>
          <a:p>
            <a:r>
              <a:rPr lang="en-US" dirty="0"/>
              <a:t>Distribution:</a:t>
            </a:r>
          </a:p>
          <a:p>
            <a:r>
              <a:rPr lang="en-US" dirty="0"/>
              <a:t>Project Management – 30%</a:t>
            </a:r>
          </a:p>
          <a:p>
            <a:r>
              <a:rPr lang="en-US" dirty="0"/>
              <a:t>Software – 17%</a:t>
            </a:r>
          </a:p>
          <a:p>
            <a:r>
              <a:rPr lang="en-US" dirty="0"/>
              <a:t>Hardware – 13%</a:t>
            </a:r>
          </a:p>
          <a:p>
            <a:r>
              <a:rPr lang="en-US" dirty="0"/>
              <a:t>Environmental Project – 13%</a:t>
            </a:r>
          </a:p>
          <a:p>
            <a:r>
              <a:rPr lang="en-US" dirty="0"/>
              <a:t>Training – 9%</a:t>
            </a:r>
          </a:p>
          <a:p>
            <a:r>
              <a:rPr lang="en-US" dirty="0"/>
              <a:t>Reserves – 17%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797B64B0-BDCA-992E-2F81-DC9D8B0212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9744732"/>
              </p:ext>
            </p:extLst>
          </p:nvPr>
        </p:nvGraphicFramePr>
        <p:xfrm>
          <a:off x="4826000" y="1708150"/>
          <a:ext cx="4673600" cy="36191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17578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900D0-10D2-8986-BFD4-A67D75AA6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Risks &amp; Mitigation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5CF7A50-3A4A-2465-AE6B-78AEE185DE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6455968"/>
              </p:ext>
            </p:extLst>
          </p:nvPr>
        </p:nvGraphicFramePr>
        <p:xfrm>
          <a:off x="677863" y="2160588"/>
          <a:ext cx="859631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8156">
                  <a:extLst>
                    <a:ext uri="{9D8B030D-6E8A-4147-A177-3AD203B41FA5}">
                      <a16:colId xmlns:a16="http://schemas.microsoft.com/office/drawing/2014/main" val="2933060711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29172041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⚠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 solution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155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 Breach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encryption + audits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81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Staff Resistance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training + 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703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Integration Failure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early testing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164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AI Accuracy Issues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pilot + feedback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795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9059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D5121-0D97-D091-7DEE-90BE782F1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Management Plan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6713790-C9C4-E37C-CFDA-E21641AAFF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0664952"/>
              </p:ext>
            </p:extLst>
          </p:nvPr>
        </p:nvGraphicFramePr>
        <p:xfrm>
          <a:off x="677863" y="2160588"/>
          <a:ext cx="8596312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79124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58546-F82B-A79E-E02F-C2DA845BF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Development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9C3AE-6A5E-DD3E-B571-24012228C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b="1" dirty="0"/>
              <a:t>Waterfall model</a:t>
            </a:r>
          </a:p>
          <a:p>
            <a:r>
              <a:rPr lang="en-US" dirty="0"/>
              <a:t>Step-by-step:</a:t>
            </a:r>
          </a:p>
          <a:p>
            <a:pPr lvl="1"/>
            <a:r>
              <a:rPr lang="en-US" dirty="0"/>
              <a:t>Requirements → Design → Development → Testing → Deployment → Maintenance</a:t>
            </a:r>
          </a:p>
          <a:p>
            <a:r>
              <a:rPr lang="en-US" dirty="0"/>
              <a:t>Fits hospital project: structured, documented, regulatory-friendly</a:t>
            </a:r>
          </a:p>
        </p:txBody>
      </p:sp>
      <p:pic>
        <p:nvPicPr>
          <p:cNvPr id="3076" name="Picture 4" descr="What is Waterfall Project Management?">
            <a:extLst>
              <a:ext uri="{FF2B5EF4-FFF2-40B4-BE49-F238E27FC236}">
                <a16:creationId xmlns:a16="http://schemas.microsoft.com/office/drawing/2014/main" id="{84DE8FE4-5200-2942-02E5-E049265078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513" y="3862588"/>
            <a:ext cx="3455987" cy="2684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8575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36D39-C13F-4524-4EE0-6A411653D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C9750-61BB-71DD-FE0C-0A2942B31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Faster image reporting</a:t>
            </a:r>
          </a:p>
          <a:p>
            <a:r>
              <a:rPr lang="en-US" dirty="0"/>
              <a:t>Reduced workload for radiologists</a:t>
            </a:r>
          </a:p>
          <a:p>
            <a:r>
              <a:rPr lang="en-US" dirty="0"/>
              <a:t>More accurate diagnosis support</a:t>
            </a:r>
          </a:p>
          <a:p>
            <a:r>
              <a:rPr lang="en-US" dirty="0"/>
              <a:t>Improved patient care</a:t>
            </a:r>
          </a:p>
          <a:p>
            <a:r>
              <a:rPr lang="en-US" dirty="0"/>
              <a:t>Secure handling of medical data</a:t>
            </a:r>
          </a:p>
        </p:txBody>
      </p:sp>
    </p:spTree>
    <p:extLst>
      <p:ext uri="{BB962C8B-B14F-4D97-AF65-F5344CB8AC3E}">
        <p14:creationId xmlns:p14="http://schemas.microsoft.com/office/powerpoint/2010/main" val="3174859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D25E0-72C0-AE12-1269-2C004BC91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4E844-E8B3-C8D6-FA91-A87F825D4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 system meets hospital’s needs</a:t>
            </a:r>
          </a:p>
          <a:p>
            <a:r>
              <a:rPr lang="en-US" dirty="0"/>
              <a:t>Budget and timeline are realistic</a:t>
            </a:r>
          </a:p>
          <a:p>
            <a:r>
              <a:rPr lang="en-US" dirty="0"/>
              <a:t>Risks are managed</a:t>
            </a:r>
          </a:p>
          <a:p>
            <a:r>
              <a:rPr lang="en-US" dirty="0"/>
              <a:t>Change plan ensures smooth adoption</a:t>
            </a:r>
          </a:p>
          <a:p>
            <a:r>
              <a:rPr lang="en-US" dirty="0"/>
              <a:t>Next step: hospital approval and full deployment</a:t>
            </a:r>
          </a:p>
        </p:txBody>
      </p:sp>
      <p:pic>
        <p:nvPicPr>
          <p:cNvPr id="5125" name="Picture 5" descr="62,100+ Very Good Mark Stock Photos, Pictures &amp; Royalty-Free Images - iStock">
            <a:extLst>
              <a:ext uri="{FF2B5EF4-FFF2-40B4-BE49-F238E27FC236}">
                <a16:creationId xmlns:a16="http://schemas.microsoft.com/office/drawing/2014/main" id="{DE2F3B9B-6DAE-54CB-94D4-F1A8BCA70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0850" y="1657350"/>
            <a:ext cx="2794000" cy="279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175681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40</TotalTime>
  <Words>306</Words>
  <Application>Microsoft Office PowerPoint</Application>
  <PresentationFormat>Widescreen</PresentationFormat>
  <Paragraphs>94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Facet</vt:lpstr>
      <vt:lpstr>AI-Powered Medical Imaging System</vt:lpstr>
      <vt:lpstr>Introduction</vt:lpstr>
      <vt:lpstr>Project Aim &amp; Objectives</vt:lpstr>
      <vt:lpstr>Requirements</vt:lpstr>
      <vt:lpstr>Project Scope</vt:lpstr>
      <vt:lpstr>Project Timeline</vt:lpstr>
      <vt:lpstr>Budget Overview</vt:lpstr>
      <vt:lpstr>Risks &amp; Mitigation</vt:lpstr>
      <vt:lpstr>Change Management Plan</vt:lpstr>
      <vt:lpstr>Software Development Methodology</vt:lpstr>
      <vt:lpstr>Project Benefits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Obada alhalaibh</dc:creator>
  <cp:lastModifiedBy>Obada alhalaibh</cp:lastModifiedBy>
  <cp:revision>2</cp:revision>
  <dcterms:created xsi:type="dcterms:W3CDTF">2025-09-08T15:54:07Z</dcterms:created>
  <dcterms:modified xsi:type="dcterms:W3CDTF">2025-09-08T16:34:23Z</dcterms:modified>
</cp:coreProperties>
</file>