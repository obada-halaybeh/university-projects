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031B2-8D04-4E87-A937-56C6E4C52188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E560-4733-4BCA-AD3B-6A1B2E70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73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031B2-8D04-4E87-A937-56C6E4C52188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E560-4733-4BCA-AD3B-6A1B2E70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302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031B2-8D04-4E87-A937-56C6E4C52188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E560-4733-4BCA-AD3B-6A1B2E70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90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031B2-8D04-4E87-A937-56C6E4C52188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E560-4733-4BCA-AD3B-6A1B2E70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6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031B2-8D04-4E87-A937-56C6E4C52188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E560-4733-4BCA-AD3B-6A1B2E70A1A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3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031B2-8D04-4E87-A937-56C6E4C52188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E560-4733-4BCA-AD3B-6A1B2E70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20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031B2-8D04-4E87-A937-56C6E4C52188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E560-4733-4BCA-AD3B-6A1B2E70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23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031B2-8D04-4E87-A937-56C6E4C52188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E560-4733-4BCA-AD3B-6A1B2E70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49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50031B2-8D04-4E87-A937-56C6E4C52188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E560-4733-4BCA-AD3B-6A1B2E70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14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031B2-8D04-4E87-A937-56C6E4C52188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E560-4733-4BCA-AD3B-6A1B2E70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28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031B2-8D04-4E87-A937-56C6E4C52188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E560-4733-4BCA-AD3B-6A1B2E70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77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50031B2-8D04-4E87-A937-56C6E4C52188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062E560-4733-4BCA-AD3B-6A1B2E70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208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A7B3E-6135-C400-5C0C-C52349DC90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Employee Salary Calculator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E11D10-8722-8816-A926-C65F272435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</a:t>
            </a:r>
            <a:r>
              <a:rPr lang="en-US" dirty="0" err="1"/>
              <a:t>obada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2133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9E9F-ABAB-DD97-2EFF-C548BB16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9E65F15-FD1F-D494-76DE-E384DB96F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Employee Salary Calculator System is a web-based payroll management application.</a:t>
            </a:r>
          </a:p>
          <a:p>
            <a:r>
              <a:rPr lang="en-US" dirty="0"/>
              <a:t>It automates salary calculation, </a:t>
            </a:r>
            <a:r>
              <a:rPr lang="en-US" dirty="0" err="1"/>
              <a:t>payslip</a:t>
            </a:r>
            <a:r>
              <a:rPr lang="en-US" dirty="0"/>
              <a:t> generation, employee management, and reporting.</a:t>
            </a:r>
          </a:p>
          <a:p>
            <a:r>
              <a:rPr lang="en-US" dirty="0"/>
              <a:t>This presentation covers the problem, proposed solution, design diagrams, mockups, tools, and development methodology.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64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87093-91AC-2DB0-4176-F69F7AB61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9ABDB-556F-BA07-430F-5E3E9A640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payroll workflows rely on manual calculations and spreadsheets.</a:t>
            </a:r>
          </a:p>
          <a:p>
            <a:r>
              <a:rPr lang="en-US" dirty="0"/>
              <a:t>This leads to errors, inefficiency, and inconsistency.</a:t>
            </a:r>
          </a:p>
          <a:p>
            <a:r>
              <a:rPr lang="en-US" dirty="0"/>
              <a:t>Generating </a:t>
            </a:r>
            <a:r>
              <a:rPr lang="en-US" dirty="0" err="1"/>
              <a:t>payslips</a:t>
            </a:r>
            <a:r>
              <a:rPr lang="en-US" dirty="0"/>
              <a:t> and payroll reports is time-consuming.</a:t>
            </a:r>
          </a:p>
          <a:p>
            <a:r>
              <a:rPr lang="en-US" dirty="0"/>
              <a:t>Difficult to track salary history, deductions, and employee changes.</a:t>
            </a:r>
          </a:p>
          <a:p>
            <a:r>
              <a:rPr lang="en-US" dirty="0"/>
              <a:t>No centralized system for employees, HR, Finance, and Admin.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625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F435F-8CBC-5C2C-966D-72BA71CF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E45F1-6187-3710-5C05-0024AAEA2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 centralized system to automate payroll and salary management.</a:t>
            </a:r>
          </a:p>
          <a:p>
            <a:r>
              <a:rPr lang="en-US" dirty="0"/>
              <a:t>Automatically calculate salaries, deductions, allowances, and net pay.</a:t>
            </a:r>
          </a:p>
          <a:p>
            <a:r>
              <a:rPr lang="en-US" dirty="0"/>
              <a:t>Generate detailed </a:t>
            </a:r>
            <a:r>
              <a:rPr lang="en-US" dirty="0" err="1"/>
              <a:t>payslips</a:t>
            </a:r>
            <a:r>
              <a:rPr lang="en-US" dirty="0"/>
              <a:t> for each employee.</a:t>
            </a:r>
          </a:p>
          <a:p>
            <a:r>
              <a:rPr lang="en-US" dirty="0"/>
              <a:t>Provide dashboards for HR, Finance, Admin, and Employees.</a:t>
            </a:r>
          </a:p>
          <a:p>
            <a:r>
              <a:rPr lang="en-US" dirty="0"/>
              <a:t>Support advance salary requests and approval workflows.</a:t>
            </a:r>
          </a:p>
          <a:p>
            <a:r>
              <a:rPr lang="en-US" dirty="0"/>
              <a:t>Improve accuracy, speed, and accessibility of payroll operations.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736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6A10-204C-290C-9926-76838C0D4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F94F8-780F-06D3-5BCF-13633971B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a full payroll management system using React, Node.js, MySQL, and Codex.</a:t>
            </a:r>
          </a:p>
          <a:p>
            <a:r>
              <a:rPr lang="en-US" dirty="0"/>
              <a:t>Provide role-based access to different departments.</a:t>
            </a:r>
          </a:p>
          <a:p>
            <a:r>
              <a:rPr lang="en-US" dirty="0"/>
              <a:t>Streamline employee management, salary setup, payroll processing, and reporting.</a:t>
            </a:r>
          </a:p>
          <a:p>
            <a:r>
              <a:rPr lang="en-US" dirty="0"/>
              <a:t>Enhance transparency and reduce HR/Finance workload.</a:t>
            </a:r>
          </a:p>
          <a:p>
            <a:r>
              <a:rPr lang="en-US" dirty="0"/>
              <a:t>Deliver a scalable, modern, and user-friendly solution.</a:t>
            </a:r>
          </a:p>
        </p:txBody>
      </p:sp>
    </p:spTree>
    <p:extLst>
      <p:ext uri="{BB962C8B-B14F-4D97-AF65-F5344CB8AC3E}">
        <p14:creationId xmlns:p14="http://schemas.microsoft.com/office/powerpoint/2010/main" val="2438497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C3804-5189-77E4-5342-165C11055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6B9CD-7E4E-A441-4FFC-DF3B05FFD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Employees: View </a:t>
            </a:r>
            <a:r>
              <a:rPr lang="en-US" dirty="0" err="1"/>
              <a:t>payslips</a:t>
            </a:r>
            <a:r>
              <a:rPr lang="en-US" dirty="0"/>
              <a:t>, request advances.</a:t>
            </a:r>
          </a:p>
          <a:p>
            <a:r>
              <a:rPr lang="en-US" dirty="0"/>
              <a:t>HR Staff: Manage employees, run payroll, approve requests.</a:t>
            </a:r>
          </a:p>
          <a:p>
            <a:r>
              <a:rPr lang="en-US" dirty="0"/>
              <a:t>Finance Staff: Review reports, verify payouts.</a:t>
            </a:r>
          </a:p>
          <a:p>
            <a:r>
              <a:rPr lang="en-US" dirty="0"/>
              <a:t>Administrators: Manage system users and roles.</a:t>
            </a:r>
          </a:p>
          <a:p>
            <a:r>
              <a:rPr lang="en-US" dirty="0"/>
              <a:t>Executives/Management: Monitor accuracy and compliance.</a:t>
            </a:r>
          </a:p>
          <a:p>
            <a:r>
              <a:rPr lang="en-US" dirty="0"/>
              <a:t>IT Department: Maintain system security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4211690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E3997-4890-363E-D3FC-8B1CF5008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740BD-AD83-2551-CF73-2A3D07390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Employee: Views </a:t>
            </a:r>
            <a:r>
              <a:rPr lang="en-US" dirty="0" err="1"/>
              <a:t>payslips</a:t>
            </a:r>
            <a:r>
              <a:rPr lang="en-US" dirty="0"/>
              <a:t>, submits advance requests.</a:t>
            </a:r>
          </a:p>
          <a:p>
            <a:r>
              <a:rPr lang="en-US" dirty="0"/>
              <a:t>HR Staff: Manages employee data and performs payroll calculations.</a:t>
            </a:r>
          </a:p>
          <a:p>
            <a:r>
              <a:rPr lang="en-US" dirty="0"/>
              <a:t>Finance Staff: Retrieves </a:t>
            </a:r>
            <a:r>
              <a:rPr lang="en-US" dirty="0" err="1"/>
              <a:t>payslips</a:t>
            </a:r>
            <a:r>
              <a:rPr lang="en-US" dirty="0"/>
              <a:t> and checks financial reports.</a:t>
            </a:r>
          </a:p>
          <a:p>
            <a:r>
              <a:rPr lang="en-US" dirty="0"/>
              <a:t>Administrator: Manages user accounts, roles, and system access.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216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A84D0-0A60-19A8-2E14-D04180875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5A26B6-1DB3-E89C-E80D-02B2C0491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l"/>
            <a:r>
              <a:rPr lang="en-US" dirty="0"/>
              <a:t>The diagram shows how each actor interacts with the system.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Key use cases: Login, View </a:t>
            </a:r>
            <a:r>
              <a:rPr lang="en-US" dirty="0" err="1"/>
              <a:t>Payslip</a:t>
            </a:r>
            <a:r>
              <a:rPr lang="en-US" dirty="0"/>
              <a:t>, Request Advance, Manage Employees, Run Payroll, Generate Reports, Manage Users.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7" name="Content Placeholder 16" descr="A diagram of a network&#10;&#10;AI-generated content may be incorrect.">
            <a:extLst>
              <a:ext uri="{FF2B5EF4-FFF2-40B4-BE49-F238E27FC236}">
                <a16:creationId xmlns:a16="http://schemas.microsoft.com/office/drawing/2014/main" id="{2D6931AE-89A5-198E-C26B-A60D4BD26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763" y="1015994"/>
            <a:ext cx="4816475" cy="4826012"/>
          </a:xfrm>
        </p:spPr>
      </p:pic>
    </p:spTree>
    <p:extLst>
      <p:ext uri="{BB962C8B-B14F-4D97-AF65-F5344CB8AC3E}">
        <p14:creationId xmlns:p14="http://schemas.microsoft.com/office/powerpoint/2010/main" val="926987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5A917EC6-1B1A-E5ED-0EFC-2DE390BB10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738" y="3408265"/>
            <a:ext cx="4270375" cy="2067119"/>
          </a:xfr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F9802FF-F9F6-F731-4C67-9D87BE2EF5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Main classes: User, </a:t>
            </a:r>
            <a:r>
              <a:rPr lang="en-US" dirty="0" err="1"/>
              <a:t>SalaryDetails</a:t>
            </a:r>
            <a:r>
              <a:rPr lang="en-US" dirty="0"/>
              <a:t>, </a:t>
            </a:r>
            <a:r>
              <a:rPr lang="en-US" dirty="0" err="1"/>
              <a:t>PayPeriod</a:t>
            </a:r>
            <a:r>
              <a:rPr lang="en-US" dirty="0"/>
              <a:t>, </a:t>
            </a:r>
            <a:r>
              <a:rPr lang="en-US" dirty="0" err="1"/>
              <a:t>Payslip</a:t>
            </a:r>
            <a:r>
              <a:rPr lang="en-US" dirty="0"/>
              <a:t>, </a:t>
            </a:r>
            <a:r>
              <a:rPr lang="en-US" dirty="0" err="1"/>
              <a:t>AdvanceRequest</a:t>
            </a:r>
            <a:r>
              <a:rPr lang="en-US" dirty="0"/>
              <a:t>, Report.</a:t>
            </a:r>
          </a:p>
          <a:p>
            <a:r>
              <a:rPr lang="en-US" dirty="0"/>
              <a:t>Shows relationships and data structures used throughout the system.</a:t>
            </a:r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7381E72-5D45-E458-98A4-D69EB6CFF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3328131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C16E9F1B-6093-F3B5-0407-48D44193F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168"/>
            <a:ext cx="12192000" cy="590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657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82F9586-A40A-6EDD-D3CD-2929968EB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936" y="0"/>
            <a:ext cx="7729728" cy="1188720"/>
          </a:xfrm>
        </p:spPr>
        <p:txBody>
          <a:bodyPr/>
          <a:lstStyle/>
          <a:p>
            <a:r>
              <a:rPr lang="en-US" dirty="0"/>
              <a:t>Employee Mockups</a:t>
            </a:r>
          </a:p>
        </p:txBody>
      </p:sp>
      <p:pic>
        <p:nvPicPr>
          <p:cNvPr id="20" name="Content Placeholder 19" descr="A screenshot of a chat&#10;&#10;AI-generated content may be incorrect.">
            <a:extLst>
              <a:ext uri="{FF2B5EF4-FFF2-40B4-BE49-F238E27FC236}">
                <a16:creationId xmlns:a16="http://schemas.microsoft.com/office/drawing/2014/main" id="{37B38F49-370D-EFAB-D193-FD28062B6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936" y="1416835"/>
            <a:ext cx="7558328" cy="5441165"/>
          </a:xfrm>
        </p:spPr>
      </p:pic>
    </p:spTree>
    <p:extLst>
      <p:ext uri="{BB962C8B-B14F-4D97-AF65-F5344CB8AC3E}">
        <p14:creationId xmlns:p14="http://schemas.microsoft.com/office/powerpoint/2010/main" val="3767146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7E18DB-39D8-2B56-0770-2A2E9C650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727" y="0"/>
            <a:ext cx="93625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26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10D904-3935-057C-3131-220C19449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448" y="133350"/>
            <a:ext cx="93691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41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E4A7C7-40F6-A875-9694-6399C3C10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771" y="0"/>
            <a:ext cx="95264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915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278E53-0359-DE2D-58E8-8D4E566B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8286" y="0"/>
            <a:ext cx="7729728" cy="1188720"/>
          </a:xfrm>
        </p:spPr>
        <p:txBody>
          <a:bodyPr/>
          <a:lstStyle/>
          <a:p>
            <a:r>
              <a:rPr lang="en-US" dirty="0"/>
              <a:t>Finance </a:t>
            </a:r>
          </a:p>
        </p:txBody>
      </p:sp>
      <p:pic>
        <p:nvPicPr>
          <p:cNvPr id="7" name="Content Placeholder 6" descr="A screenshot of a chat&#10;&#10;AI-generated content may be incorrect.">
            <a:extLst>
              <a:ext uri="{FF2B5EF4-FFF2-40B4-BE49-F238E27FC236}">
                <a16:creationId xmlns:a16="http://schemas.microsoft.com/office/drawing/2014/main" id="{5A22A192-FA6F-9DE4-1A1F-FB8FD00ED0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064" y="1524000"/>
            <a:ext cx="7030172" cy="5060950"/>
          </a:xfrm>
        </p:spPr>
      </p:pic>
    </p:spTree>
    <p:extLst>
      <p:ext uri="{BB962C8B-B14F-4D97-AF65-F5344CB8AC3E}">
        <p14:creationId xmlns:p14="http://schemas.microsoft.com/office/powerpoint/2010/main" val="3056392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3F2835-D0CF-5509-88DA-9FD091FFD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1660" y="0"/>
            <a:ext cx="74086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432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0B01A633-3E33-9662-1E7D-2BC7169DD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1660" y="0"/>
            <a:ext cx="74086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576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0202ED-E2E1-2EED-7480-C40083945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6686" y="0"/>
            <a:ext cx="7729728" cy="1188720"/>
          </a:xfrm>
        </p:spPr>
        <p:txBody>
          <a:bodyPr/>
          <a:lstStyle/>
          <a:p>
            <a:r>
              <a:rPr lang="en-US" dirty="0"/>
              <a:t>Admin </a:t>
            </a:r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493694-CB1E-44D3-4793-1FE5F83F6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300" y="1377950"/>
            <a:ext cx="7902634" cy="5551482"/>
          </a:xfrm>
        </p:spPr>
      </p:pic>
    </p:spTree>
    <p:extLst>
      <p:ext uri="{BB962C8B-B14F-4D97-AF65-F5344CB8AC3E}">
        <p14:creationId xmlns:p14="http://schemas.microsoft.com/office/powerpoint/2010/main" val="2256828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5030A0-CFEF-9F46-1498-957B02C57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363" y="0"/>
            <a:ext cx="99752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95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1C3A6212-639E-F746-1CEA-3AA53B84F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771" y="0"/>
            <a:ext cx="95264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327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51CB98-374E-B4F8-4DB8-8AF08DA8D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43" y="0"/>
            <a:ext cx="91319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293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39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B93C3-BC0B-0AB7-BD20-8597874A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4136" y="0"/>
            <a:ext cx="7729728" cy="1188720"/>
          </a:xfrm>
        </p:spPr>
        <p:txBody>
          <a:bodyPr/>
          <a:lstStyle/>
          <a:p>
            <a:r>
              <a:rPr lang="en-US" dirty="0"/>
              <a:t>HR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E107AE-28C8-96A5-37D8-693765339F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355" y="1330325"/>
            <a:ext cx="7472590" cy="5324475"/>
          </a:xfrm>
        </p:spPr>
      </p:pic>
    </p:spTree>
    <p:extLst>
      <p:ext uri="{BB962C8B-B14F-4D97-AF65-F5344CB8AC3E}">
        <p14:creationId xmlns:p14="http://schemas.microsoft.com/office/powerpoint/2010/main" val="1946457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6C3E19-6B3D-878D-6C2E-B8CD3716F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05" y="0"/>
            <a:ext cx="74585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12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6DC5D8-512A-BC80-9B95-7E0CFCD6A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771" y="0"/>
            <a:ext cx="95264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4664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DD88CA-7188-79AF-8F87-CA1214035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430"/>
            <a:ext cx="12192000" cy="680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3465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 screenshot of a computer&#10;&#10;AI-generated content may be incorrect.">
            <a:extLst>
              <a:ext uri="{FF2B5EF4-FFF2-40B4-BE49-F238E27FC236}">
                <a16:creationId xmlns:a16="http://schemas.microsoft.com/office/drawing/2014/main" id="{FEDE2404-D6DD-2032-42F3-D32C471A1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77"/>
            <a:ext cx="12192000" cy="681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482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EB8F5E-2DF0-8540-057B-936765F70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430"/>
            <a:ext cx="12192000" cy="680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197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348E77-D41C-0F57-6B2A-25E7043E2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1" y="0"/>
            <a:ext cx="120768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0282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95ADF4-DAF6-5D39-ADAC-C7AFAE04B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950"/>
            <a:ext cx="12192000" cy="664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189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07A5B0B2-53EC-C236-1D76-DE6037C56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1946"/>
            <a:ext cx="12192000" cy="579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9685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D7C19C-3B38-4B1C-E6AE-973DE2208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219" y="0"/>
            <a:ext cx="91635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6955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C120-6448-E058-4622-7AB8A34B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697992"/>
            <a:ext cx="7729728" cy="1188720"/>
          </a:xfrm>
        </p:spPr>
        <p:txBody>
          <a:bodyPr/>
          <a:lstStyle/>
          <a:p>
            <a:r>
              <a:rPr lang="en-US" dirty="0"/>
              <a:t>Design Technique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753C4-2DB9-688B-BF6D-44CA17789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Figma/Wireframing tools: Used for page designs and prototypes.</a:t>
            </a:r>
          </a:p>
          <a:p>
            <a:r>
              <a:rPr lang="en-US" dirty="0"/>
              <a:t>Diagramming tools: Used for use case, class diagrams, and ERDs.</a:t>
            </a:r>
          </a:p>
          <a:p>
            <a:r>
              <a:rPr lang="en-US" dirty="0"/>
              <a:t>VS Code: Main development environment with Codex </a:t>
            </a:r>
            <a:r>
              <a:rPr lang="en-US" dirty="0" err="1"/>
              <a:t>assistance.Figma</a:t>
            </a:r>
            <a:r>
              <a:rPr lang="en-US" dirty="0"/>
              <a:t>/Wireframing tools: Used for page designs and prototypes.</a:t>
            </a:r>
          </a:p>
          <a:p>
            <a:r>
              <a:rPr lang="en-US" dirty="0"/>
              <a:t>Diagramming tools: Used for use case, class diagrams, and ERDs.</a:t>
            </a:r>
          </a:p>
          <a:p>
            <a:r>
              <a:rPr lang="en-US" dirty="0"/>
              <a:t>VS Code: Main development environment with Codex assistance.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2079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671D5-53E1-C683-3D43-2FD194A1B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58295-F588-E9A7-4F66-89AAE8D09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Iterative Prototyping (build → review → improve).</a:t>
            </a:r>
          </a:p>
          <a:p>
            <a:r>
              <a:rPr lang="en-US" dirty="0"/>
              <a:t>Component-Based Development for modular UI creation.</a:t>
            </a:r>
          </a:p>
          <a:p>
            <a:r>
              <a:rPr lang="en-US" dirty="0"/>
              <a:t>API-Driven Development using REST APIs.</a:t>
            </a:r>
          </a:p>
          <a:p>
            <a:r>
              <a:rPr lang="en-US" dirty="0"/>
              <a:t>AI-Assisted Code Generation (Codex) to speed up boilerplate work.</a:t>
            </a:r>
          </a:p>
          <a:p>
            <a:r>
              <a:rPr lang="en-US" dirty="0"/>
              <a:t>Manual coding for complex salary logic.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722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71F8F-DC94-F952-AF8F-AD4E2E3D2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7D376-34FF-33D9-2CCD-A5022D05B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React.js: Frontend interface components.</a:t>
            </a:r>
          </a:p>
          <a:p>
            <a:r>
              <a:rPr lang="en-US" dirty="0"/>
              <a:t>Node.js + Express: Backend logic and API structure.</a:t>
            </a:r>
          </a:p>
          <a:p>
            <a:r>
              <a:rPr lang="en-US" dirty="0"/>
              <a:t>MySQL: Relational database storing employees, salaries, </a:t>
            </a:r>
            <a:r>
              <a:rPr lang="en-US" dirty="0" err="1"/>
              <a:t>payslips</a:t>
            </a:r>
            <a:r>
              <a:rPr lang="en-US" dirty="0"/>
              <a:t>.</a:t>
            </a:r>
          </a:p>
          <a:p>
            <a:r>
              <a:rPr lang="en-US" dirty="0"/>
              <a:t>Vite: Fast build tool and dev environment.</a:t>
            </a:r>
          </a:p>
          <a:p>
            <a:r>
              <a:rPr lang="en-US" dirty="0"/>
              <a:t>VS Code: Coding environment with extensions and Codex.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714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4B74E-8606-3F4A-8056-A60880BEA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 Methodology – RAD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4EA6B-2182-6369-FD44-F89AD6B6E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Chosen methodology: Rapid Application Development (RAD)</a:t>
            </a:r>
          </a:p>
          <a:p>
            <a:r>
              <a:rPr lang="en-US" dirty="0"/>
              <a:t>Reasons:</a:t>
            </a:r>
          </a:p>
          <a:p>
            <a:pPr lvl="1"/>
            <a:r>
              <a:rPr lang="en-US" dirty="0"/>
              <a:t>Many UI screens require quick, iterative prototyping.</a:t>
            </a:r>
          </a:p>
          <a:p>
            <a:pPr lvl="1"/>
            <a:r>
              <a:rPr lang="en-US" dirty="0"/>
              <a:t>Frequent feedback from HR/Finance/Admin needed.</a:t>
            </a:r>
          </a:p>
          <a:p>
            <a:pPr lvl="1"/>
            <a:r>
              <a:rPr lang="en-US" dirty="0"/>
              <a:t>Codex accelerates development cycles.</a:t>
            </a:r>
          </a:p>
          <a:p>
            <a:pPr lvl="1"/>
            <a:r>
              <a:rPr lang="en-US" dirty="0"/>
              <a:t>Changes can be made quickly without restarting the project.</a:t>
            </a:r>
          </a:p>
          <a:p>
            <a:r>
              <a:rPr lang="en-US" dirty="0"/>
              <a:t>Benefits: Faster delivery, better user involvement, fewer errors.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2573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9B0BF-F687-F1E2-FF8F-6C9DB3BF1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02EF5-3875-7C0F-B0C3-A6A273444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automates payroll and reduces manual errors.</a:t>
            </a:r>
          </a:p>
          <a:p>
            <a:r>
              <a:rPr lang="en-US" dirty="0"/>
              <a:t>Provides role-based dashboards for employees, HR, Finance, and admin.</a:t>
            </a:r>
          </a:p>
          <a:p>
            <a:r>
              <a:rPr lang="en-US" dirty="0"/>
              <a:t>Integrates </a:t>
            </a:r>
            <a:r>
              <a:rPr lang="en-US" dirty="0" err="1"/>
              <a:t>payslips</a:t>
            </a:r>
            <a:r>
              <a:rPr lang="en-US" dirty="0"/>
              <a:t>, salary calculations, reporting, and request workflows.</a:t>
            </a:r>
          </a:p>
          <a:p>
            <a:r>
              <a:rPr lang="en-US" dirty="0"/>
              <a:t>Built using modern technologies: React, Node.js, MySQL, Codex.</a:t>
            </a:r>
          </a:p>
          <a:p>
            <a:r>
              <a:rPr lang="en-US" dirty="0"/>
              <a:t>RAD methodology ensures quick development and continuous improvement.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57823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113</TotalTime>
  <Words>692</Words>
  <Application>Microsoft Office PowerPoint</Application>
  <PresentationFormat>Widescreen</PresentationFormat>
  <Paragraphs>80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Gill Sans MT</vt:lpstr>
      <vt:lpstr>Parcel</vt:lpstr>
      <vt:lpstr>Employee Salary Calculator System</vt:lpstr>
      <vt:lpstr>Introduction</vt:lpstr>
      <vt:lpstr>Problem Statement</vt:lpstr>
      <vt:lpstr>Proposed Solution</vt:lpstr>
      <vt:lpstr>Project Idea</vt:lpstr>
      <vt:lpstr>Stakeholders</vt:lpstr>
      <vt:lpstr>System Actors</vt:lpstr>
      <vt:lpstr>Use Case Diagram</vt:lpstr>
      <vt:lpstr>Class Diagram</vt:lpstr>
      <vt:lpstr>PowerPoint Presentation</vt:lpstr>
      <vt:lpstr>Employee Mockups</vt:lpstr>
      <vt:lpstr>PowerPoint Presentation</vt:lpstr>
      <vt:lpstr>PowerPoint Presentation</vt:lpstr>
      <vt:lpstr>PowerPoint Presentation</vt:lpstr>
      <vt:lpstr>Finance </vt:lpstr>
      <vt:lpstr>PowerPoint Presentation</vt:lpstr>
      <vt:lpstr>PowerPoint Presentation</vt:lpstr>
      <vt:lpstr>Admin </vt:lpstr>
      <vt:lpstr>PowerPoint Presentation</vt:lpstr>
      <vt:lpstr>PowerPoint Presentation</vt:lpstr>
      <vt:lpstr>PowerPoint Presentation</vt:lpstr>
      <vt:lpstr>PowerPoint Presentation</vt:lpstr>
      <vt:lpstr>HR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 Technique</vt:lpstr>
      <vt:lpstr>Development Techniques</vt:lpstr>
      <vt:lpstr>Development Tools</vt:lpstr>
      <vt:lpstr>Software Development Methodology – RAD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OBADA ALHALAYBEH</dc:creator>
  <cp:lastModifiedBy>OBADA ALHALAYBEH</cp:lastModifiedBy>
  <cp:revision>1</cp:revision>
  <dcterms:created xsi:type="dcterms:W3CDTF">2025-12-06T10:49:49Z</dcterms:created>
  <dcterms:modified xsi:type="dcterms:W3CDTF">2025-12-06T12:43:00Z</dcterms:modified>
</cp:coreProperties>
</file>